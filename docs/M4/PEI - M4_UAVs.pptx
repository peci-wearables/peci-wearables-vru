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Roboto"/>
      <p:regular r:id="rId24"/>
      <p:bold r:id="rId25"/>
      <p:italic r:id="rId26"/>
      <p:boldItalic r:id="rId27"/>
    </p:embeddedFont>
    <p:embeddedFont>
      <p:font typeface="Poppins"/>
      <p:regular r:id="rId28"/>
      <p:bold r:id="rId29"/>
      <p:italic r:id="rId30"/>
      <p:boldItalic r:id="rId31"/>
    </p:embeddedFont>
    <p:embeddedFont>
      <p:font typeface="Palanquin Dark"/>
      <p:regular r:id="rId32"/>
      <p:bold r:id="rId33"/>
    </p:embeddedFont>
    <p:embeddedFont>
      <p:font typeface="Poppins Black"/>
      <p:bold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Poppins-regular.fntdata"/><Relationship Id="rId27"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7.xml"/><Relationship Id="rId33" Type="http://schemas.openxmlformats.org/officeDocument/2006/relationships/font" Target="fonts/PalanquinDark-bold.fntdata"/><Relationship Id="rId10" Type="http://schemas.openxmlformats.org/officeDocument/2006/relationships/slide" Target="slides/slide6.xml"/><Relationship Id="rId32" Type="http://schemas.openxmlformats.org/officeDocument/2006/relationships/font" Target="fonts/PalanquinDark-regular.fntdata"/><Relationship Id="rId13" Type="http://schemas.openxmlformats.org/officeDocument/2006/relationships/slide" Target="slides/slide9.xml"/><Relationship Id="rId35" Type="http://schemas.openxmlformats.org/officeDocument/2006/relationships/font" Target="fonts/PoppinsBlack-boldItalic.fntdata"/><Relationship Id="rId12" Type="http://schemas.openxmlformats.org/officeDocument/2006/relationships/slide" Target="slides/slide8.xml"/><Relationship Id="rId34" Type="http://schemas.openxmlformats.org/officeDocument/2006/relationships/font" Target="fonts/PoppinsBlack-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8794a74c9d_0_2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8794a74c9d_0_2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8794a74c9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8794a74c9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dda43cda0d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dda43cda0d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a4b3b7ab8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a4b3b7ab8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ddca717a6a_1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ddca717a6a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dda43cda0d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dda43cda0d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ddca717a6a_9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ddca717a6a_9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ddca717a6a_9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ddca717a6a_9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dda43cda0d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dda43cda0d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ddca717a6a_8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ddca717a6a_8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dda43cda0d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dda43cda0d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dda43cda0d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dda43cda0d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ddca717a6a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ddca717a6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dfb8b27d5c_4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dfb8b27d5c_4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dfb8b27d5c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dfb8b27d5c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dda43cda0d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dda43cda0d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ddca717a6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ddca717a6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ddca717a6a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ddca717a6a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dda43cda0d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dda43cda0d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5" Type="http://schemas.openxmlformats.org/officeDocument/2006/relationships/hyperlink" Target="https://stories.freepik.com/rafiki/"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no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720000" y="1022895"/>
            <a:ext cx="3852000" cy="2021400"/>
          </a:xfrm>
          <a:prstGeom prst="rect">
            <a:avLst/>
          </a:prstGeom>
        </p:spPr>
        <p:txBody>
          <a:bodyPr anchorCtr="0" anchor="b" bIns="91425" lIns="91425" spcFirstLastPara="1" rIns="91425" wrap="square" tIns="91425">
            <a:noAutofit/>
          </a:bodyPr>
          <a:lstStyle>
            <a:lvl1pPr lvl="0" algn="l">
              <a:spcBef>
                <a:spcPts val="0"/>
              </a:spcBef>
              <a:spcAft>
                <a:spcPts val="0"/>
              </a:spcAft>
              <a:buSzPts val="5000"/>
              <a:buNone/>
              <a:defRPr sz="5000"/>
            </a:lvl1pPr>
            <a:lvl2pPr lvl="1" algn="l">
              <a:spcBef>
                <a:spcPts val="0"/>
              </a:spcBef>
              <a:spcAft>
                <a:spcPts val="0"/>
              </a:spcAft>
              <a:buSzPts val="5200"/>
              <a:buNone/>
              <a:defRPr sz="5200"/>
            </a:lvl2pPr>
            <a:lvl3pPr lvl="2" algn="l">
              <a:spcBef>
                <a:spcPts val="0"/>
              </a:spcBef>
              <a:spcAft>
                <a:spcPts val="0"/>
              </a:spcAft>
              <a:buSzPts val="5200"/>
              <a:buNone/>
              <a:defRPr sz="5200"/>
            </a:lvl3pPr>
            <a:lvl4pPr lvl="3" algn="l">
              <a:spcBef>
                <a:spcPts val="0"/>
              </a:spcBef>
              <a:spcAft>
                <a:spcPts val="0"/>
              </a:spcAft>
              <a:buSzPts val="5200"/>
              <a:buNone/>
              <a:defRPr sz="5200"/>
            </a:lvl4pPr>
            <a:lvl5pPr lvl="4" algn="l">
              <a:spcBef>
                <a:spcPts val="0"/>
              </a:spcBef>
              <a:spcAft>
                <a:spcPts val="0"/>
              </a:spcAft>
              <a:buSzPts val="5200"/>
              <a:buNone/>
              <a:defRPr sz="5200"/>
            </a:lvl5pPr>
            <a:lvl6pPr lvl="5" algn="l">
              <a:spcBef>
                <a:spcPts val="0"/>
              </a:spcBef>
              <a:spcAft>
                <a:spcPts val="0"/>
              </a:spcAft>
              <a:buSzPts val="5200"/>
              <a:buNone/>
              <a:defRPr sz="5200"/>
            </a:lvl6pPr>
            <a:lvl7pPr lvl="6" algn="l">
              <a:spcBef>
                <a:spcPts val="0"/>
              </a:spcBef>
              <a:spcAft>
                <a:spcPts val="0"/>
              </a:spcAft>
              <a:buSzPts val="5200"/>
              <a:buNone/>
              <a:defRPr sz="5200"/>
            </a:lvl7pPr>
            <a:lvl8pPr lvl="7" algn="l">
              <a:spcBef>
                <a:spcPts val="0"/>
              </a:spcBef>
              <a:spcAft>
                <a:spcPts val="0"/>
              </a:spcAft>
              <a:buSzPts val="5200"/>
              <a:buNone/>
              <a:defRPr sz="5200"/>
            </a:lvl8pPr>
            <a:lvl9pPr lvl="8" algn="l">
              <a:spcBef>
                <a:spcPts val="0"/>
              </a:spcBef>
              <a:spcAft>
                <a:spcPts val="0"/>
              </a:spcAft>
              <a:buSzPts val="5200"/>
              <a:buNone/>
              <a:defRPr sz="5200"/>
            </a:lvl9pPr>
          </a:lstStyle>
          <a:p/>
        </p:txBody>
      </p:sp>
      <p:sp>
        <p:nvSpPr>
          <p:cNvPr id="10" name="Google Shape;10;p2"/>
          <p:cNvSpPr txBox="1"/>
          <p:nvPr>
            <p:ph idx="1" type="subTitle"/>
          </p:nvPr>
        </p:nvSpPr>
        <p:spPr>
          <a:xfrm>
            <a:off x="720000" y="3032950"/>
            <a:ext cx="2962200" cy="68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11" name="Google Shape;11;p2"/>
          <p:cNvSpPr/>
          <p:nvPr/>
        </p:nvSpPr>
        <p:spPr>
          <a:xfrm>
            <a:off x="-1829809" y="-1974831"/>
            <a:ext cx="4039742" cy="2967540"/>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p:nvPr/>
        </p:nvSpPr>
        <p:spPr>
          <a:xfrm rot="1398703">
            <a:off x="1587171" y="641380"/>
            <a:ext cx="5337561" cy="377164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title"/>
          </p:nvPr>
        </p:nvSpPr>
        <p:spPr>
          <a:xfrm>
            <a:off x="2552700" y="2131350"/>
            <a:ext cx="4242900" cy="84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4000"/>
              <a:buNone/>
              <a:defRPr sz="4000"/>
            </a:lvl1pPr>
            <a:lvl2pPr lvl="1">
              <a:lnSpc>
                <a:spcPct val="100000"/>
              </a:lnSpc>
              <a:spcBef>
                <a:spcPts val="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
        <p:nvSpPr>
          <p:cNvPr id="15" name="Google Shape;15;p3"/>
          <p:cNvSpPr txBox="1"/>
          <p:nvPr>
            <p:ph hasCustomPrompt="1" idx="2" type="title"/>
          </p:nvPr>
        </p:nvSpPr>
        <p:spPr>
          <a:xfrm>
            <a:off x="2552700" y="1383425"/>
            <a:ext cx="923400" cy="69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4800"/>
              <a:buNone/>
              <a:defRPr sz="4800">
                <a:solidFill>
                  <a:schemeClr val="lt2"/>
                </a:solidFill>
              </a:defRPr>
            </a:lvl1pPr>
            <a:lvl2pPr lvl="1" rtl="0">
              <a:lnSpc>
                <a:spcPct val="100000"/>
              </a:lnSpc>
              <a:spcBef>
                <a:spcPts val="0"/>
              </a:spcBef>
              <a:spcAft>
                <a:spcPts val="0"/>
              </a:spcAft>
              <a:buSzPts val="12000"/>
              <a:buNone/>
              <a:defRPr sz="12000"/>
            </a:lvl2pPr>
            <a:lvl3pPr lvl="2" rtl="0">
              <a:lnSpc>
                <a:spcPct val="100000"/>
              </a:lnSpc>
              <a:spcBef>
                <a:spcPts val="0"/>
              </a:spcBef>
              <a:spcAft>
                <a:spcPts val="0"/>
              </a:spcAft>
              <a:buSzPts val="12000"/>
              <a:buNone/>
              <a:defRPr sz="12000"/>
            </a:lvl3pPr>
            <a:lvl4pPr lvl="3" rtl="0">
              <a:lnSpc>
                <a:spcPct val="100000"/>
              </a:lnSpc>
              <a:spcBef>
                <a:spcPts val="0"/>
              </a:spcBef>
              <a:spcAft>
                <a:spcPts val="0"/>
              </a:spcAft>
              <a:buSzPts val="12000"/>
              <a:buNone/>
              <a:defRPr sz="12000"/>
            </a:lvl4pPr>
            <a:lvl5pPr lvl="4" rtl="0">
              <a:lnSpc>
                <a:spcPct val="100000"/>
              </a:lnSpc>
              <a:spcBef>
                <a:spcPts val="0"/>
              </a:spcBef>
              <a:spcAft>
                <a:spcPts val="0"/>
              </a:spcAft>
              <a:buSzPts val="12000"/>
              <a:buNone/>
              <a:defRPr sz="12000"/>
            </a:lvl5pPr>
            <a:lvl6pPr lvl="5" rtl="0">
              <a:lnSpc>
                <a:spcPct val="100000"/>
              </a:lnSpc>
              <a:spcBef>
                <a:spcPts val="0"/>
              </a:spcBef>
              <a:spcAft>
                <a:spcPts val="0"/>
              </a:spcAft>
              <a:buSzPts val="12000"/>
              <a:buNone/>
              <a:defRPr sz="12000"/>
            </a:lvl6pPr>
            <a:lvl7pPr lvl="6" rtl="0">
              <a:lnSpc>
                <a:spcPct val="100000"/>
              </a:lnSpc>
              <a:spcBef>
                <a:spcPts val="0"/>
              </a:spcBef>
              <a:spcAft>
                <a:spcPts val="0"/>
              </a:spcAft>
              <a:buSzPts val="12000"/>
              <a:buNone/>
              <a:defRPr sz="12000"/>
            </a:lvl7pPr>
            <a:lvl8pPr lvl="7" rtl="0">
              <a:lnSpc>
                <a:spcPct val="100000"/>
              </a:lnSpc>
              <a:spcBef>
                <a:spcPts val="0"/>
              </a:spcBef>
              <a:spcAft>
                <a:spcPts val="0"/>
              </a:spcAft>
              <a:buSzPts val="12000"/>
              <a:buNone/>
              <a:defRPr sz="12000"/>
            </a:lvl8pPr>
            <a:lvl9pPr lvl="8" rtl="0">
              <a:lnSpc>
                <a:spcPct val="100000"/>
              </a:lnSpc>
              <a:spcBef>
                <a:spcPts val="0"/>
              </a:spcBef>
              <a:spcAft>
                <a:spcPts val="0"/>
              </a:spcAft>
              <a:buSzPts val="12000"/>
              <a:buNone/>
              <a:defRPr sz="12000"/>
            </a:lvl9pPr>
          </a:lstStyle>
          <a:p>
            <a:r>
              <a:t>xx%</a:t>
            </a:r>
          </a:p>
        </p:txBody>
      </p:sp>
      <p:sp>
        <p:nvSpPr>
          <p:cNvPr id="16" name="Google Shape;16;p3"/>
          <p:cNvSpPr txBox="1"/>
          <p:nvPr>
            <p:ph idx="1" type="subTitle"/>
          </p:nvPr>
        </p:nvSpPr>
        <p:spPr>
          <a:xfrm>
            <a:off x="2552700" y="2957291"/>
            <a:ext cx="2935800" cy="76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None/>
              <a:defRPr sz="1600"/>
            </a:lvl1pPr>
            <a:lvl2pPr lvl="1">
              <a:lnSpc>
                <a:spcPct val="100000"/>
              </a:lnSpc>
              <a:spcBef>
                <a:spcPts val="1600"/>
              </a:spcBef>
              <a:spcAft>
                <a:spcPts val="0"/>
              </a:spcAft>
              <a:buNone/>
              <a:defRPr/>
            </a:lvl2pPr>
            <a:lvl3pPr lvl="2">
              <a:lnSpc>
                <a:spcPct val="100000"/>
              </a:lnSpc>
              <a:spcBef>
                <a:spcPts val="1600"/>
              </a:spcBef>
              <a:spcAft>
                <a:spcPts val="0"/>
              </a:spcAft>
              <a:buNone/>
              <a:defRPr/>
            </a:lvl3pPr>
            <a:lvl4pPr lvl="3">
              <a:lnSpc>
                <a:spcPct val="100000"/>
              </a:lnSpc>
              <a:spcBef>
                <a:spcPts val="1600"/>
              </a:spcBef>
              <a:spcAft>
                <a:spcPts val="0"/>
              </a:spcAft>
              <a:buNone/>
              <a:defRPr/>
            </a:lvl4pPr>
            <a:lvl5pPr lvl="4">
              <a:lnSpc>
                <a:spcPct val="100000"/>
              </a:lnSpc>
              <a:spcBef>
                <a:spcPts val="1600"/>
              </a:spcBef>
              <a:spcAft>
                <a:spcPts val="0"/>
              </a:spcAft>
              <a:buNone/>
              <a:defRPr/>
            </a:lvl5pPr>
            <a:lvl6pPr lvl="5">
              <a:lnSpc>
                <a:spcPct val="100000"/>
              </a:lnSpc>
              <a:spcBef>
                <a:spcPts val="1600"/>
              </a:spcBef>
              <a:spcAft>
                <a:spcPts val="0"/>
              </a:spcAft>
              <a:buNone/>
              <a:defRPr/>
            </a:lvl6pPr>
            <a:lvl7pPr lvl="6">
              <a:lnSpc>
                <a:spcPct val="100000"/>
              </a:lnSpc>
              <a:spcBef>
                <a:spcPts val="1600"/>
              </a:spcBef>
              <a:spcAft>
                <a:spcPts val="0"/>
              </a:spcAft>
              <a:buNone/>
              <a:defRPr/>
            </a:lvl7pPr>
            <a:lvl8pPr lvl="7">
              <a:lnSpc>
                <a:spcPct val="100000"/>
              </a:lnSpc>
              <a:spcBef>
                <a:spcPts val="1600"/>
              </a:spcBef>
              <a:spcAft>
                <a:spcPts val="0"/>
              </a:spcAft>
              <a:buNone/>
              <a:defRPr/>
            </a:lvl8pPr>
            <a:lvl9pPr lvl="8">
              <a:lnSpc>
                <a:spcPct val="100000"/>
              </a:lnSpc>
              <a:spcBef>
                <a:spcPts val="1600"/>
              </a:spcBef>
              <a:spcAft>
                <a:spcPts val="160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idx="1" type="body"/>
          </p:nvPr>
        </p:nvSpPr>
        <p:spPr>
          <a:xfrm>
            <a:off x="720000" y="1111700"/>
            <a:ext cx="7901400" cy="36660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20" name="Google Shape;20;p4"/>
          <p:cNvSpPr txBox="1"/>
          <p:nvPr>
            <p:ph type="title"/>
          </p:nvPr>
        </p:nvSpPr>
        <p:spPr>
          <a:xfrm>
            <a:off x="720000" y="39093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21" name="Google Shape;21;p4"/>
          <p:cNvSpPr/>
          <p:nvPr/>
        </p:nvSpPr>
        <p:spPr>
          <a:xfrm>
            <a:off x="7847591" y="-1689081"/>
            <a:ext cx="4039742" cy="2967540"/>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idx="1" type="subTitle"/>
          </p:nvPr>
        </p:nvSpPr>
        <p:spPr>
          <a:xfrm>
            <a:off x="1417986" y="2995275"/>
            <a:ext cx="2385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24" name="Google Shape;24;p5"/>
          <p:cNvSpPr txBox="1"/>
          <p:nvPr>
            <p:ph idx="2" type="subTitle"/>
          </p:nvPr>
        </p:nvSpPr>
        <p:spPr>
          <a:xfrm>
            <a:off x="1417986" y="3346800"/>
            <a:ext cx="2385600" cy="85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25" name="Google Shape;25;p5"/>
          <p:cNvSpPr txBox="1"/>
          <p:nvPr>
            <p:ph idx="3" type="subTitle"/>
          </p:nvPr>
        </p:nvSpPr>
        <p:spPr>
          <a:xfrm>
            <a:off x="5399486" y="2995275"/>
            <a:ext cx="2385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26" name="Google Shape;26;p5"/>
          <p:cNvSpPr txBox="1"/>
          <p:nvPr>
            <p:ph idx="4" type="subTitle"/>
          </p:nvPr>
        </p:nvSpPr>
        <p:spPr>
          <a:xfrm>
            <a:off x="5399486" y="3346800"/>
            <a:ext cx="2385600" cy="85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27" name="Google Shape;27;p5"/>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29" name="Google Shape;29;p5"/>
          <p:cNvSpPr/>
          <p:nvPr/>
        </p:nvSpPr>
        <p:spPr>
          <a:xfrm>
            <a:off x="7847591" y="-1689081"/>
            <a:ext cx="4039742" cy="2967540"/>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6"/>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33" name="Google Shape;33;p6"/>
          <p:cNvSpPr/>
          <p:nvPr/>
        </p:nvSpPr>
        <p:spPr>
          <a:xfrm rot="-7770059">
            <a:off x="7428425" y="-1102421"/>
            <a:ext cx="4039685" cy="296749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7"/>
          <p:cNvSpPr txBox="1"/>
          <p:nvPr>
            <p:ph idx="1" type="subTitle"/>
          </p:nvPr>
        </p:nvSpPr>
        <p:spPr>
          <a:xfrm>
            <a:off x="720000" y="2678421"/>
            <a:ext cx="3261300" cy="101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6" name="Google Shape;36;p7"/>
          <p:cNvSpPr txBox="1"/>
          <p:nvPr>
            <p:ph type="title"/>
          </p:nvPr>
        </p:nvSpPr>
        <p:spPr>
          <a:xfrm>
            <a:off x="720000" y="1490700"/>
            <a:ext cx="3261300" cy="1108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37" name="Google Shape;37;p7"/>
          <p:cNvSpPr/>
          <p:nvPr/>
        </p:nvSpPr>
        <p:spPr>
          <a:xfrm rot="-1099162">
            <a:off x="5134470" y="3563817"/>
            <a:ext cx="5697542" cy="418533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10443068">
            <a:off x="-1212618" y="-1758140"/>
            <a:ext cx="4040298" cy="2967949"/>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p:nvPr/>
        </p:nvSpPr>
        <p:spPr>
          <a:xfrm>
            <a:off x="355183" y="-402025"/>
            <a:ext cx="7001967" cy="5143551"/>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8"/>
          <p:cNvSpPr txBox="1"/>
          <p:nvPr>
            <p:ph idx="1" type="subTitle"/>
          </p:nvPr>
        </p:nvSpPr>
        <p:spPr>
          <a:xfrm>
            <a:off x="1508700" y="2466428"/>
            <a:ext cx="3866100" cy="1028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None/>
              <a:defRPr sz="1600"/>
            </a:lvl1pPr>
            <a:lvl2pPr lvl="1">
              <a:spcBef>
                <a:spcPts val="1600"/>
              </a:spcBef>
              <a:spcAft>
                <a:spcPts val="0"/>
              </a:spcAft>
              <a:buNone/>
              <a:defRPr sz="1600"/>
            </a:lvl2pPr>
            <a:lvl3pPr lvl="2">
              <a:spcBef>
                <a:spcPts val="1600"/>
              </a:spcBef>
              <a:spcAft>
                <a:spcPts val="0"/>
              </a:spcAft>
              <a:buNone/>
              <a:defRPr sz="1600"/>
            </a:lvl3pPr>
            <a:lvl4pPr lvl="3">
              <a:spcBef>
                <a:spcPts val="1600"/>
              </a:spcBef>
              <a:spcAft>
                <a:spcPts val="0"/>
              </a:spcAft>
              <a:buNone/>
              <a:defRPr sz="1600"/>
            </a:lvl4pPr>
            <a:lvl5pPr lvl="4">
              <a:spcBef>
                <a:spcPts val="1600"/>
              </a:spcBef>
              <a:spcAft>
                <a:spcPts val="0"/>
              </a:spcAft>
              <a:buNone/>
              <a:defRPr sz="1600"/>
            </a:lvl5pPr>
            <a:lvl6pPr lvl="5">
              <a:spcBef>
                <a:spcPts val="1600"/>
              </a:spcBef>
              <a:spcAft>
                <a:spcPts val="0"/>
              </a:spcAft>
              <a:buNone/>
              <a:defRPr sz="1600"/>
            </a:lvl6pPr>
            <a:lvl7pPr lvl="6">
              <a:spcBef>
                <a:spcPts val="1600"/>
              </a:spcBef>
              <a:spcAft>
                <a:spcPts val="0"/>
              </a:spcAft>
              <a:buNone/>
              <a:defRPr sz="1600"/>
            </a:lvl7pPr>
            <a:lvl8pPr lvl="7">
              <a:spcBef>
                <a:spcPts val="1600"/>
              </a:spcBef>
              <a:spcAft>
                <a:spcPts val="0"/>
              </a:spcAft>
              <a:buNone/>
              <a:defRPr sz="1600"/>
            </a:lvl8pPr>
            <a:lvl9pPr lvl="8">
              <a:spcBef>
                <a:spcPts val="1600"/>
              </a:spcBef>
              <a:spcAft>
                <a:spcPts val="1600"/>
              </a:spcAft>
              <a:buNone/>
              <a:defRPr sz="1600"/>
            </a:lvl9pPr>
          </a:lstStyle>
          <a:p/>
        </p:txBody>
      </p:sp>
      <p:sp>
        <p:nvSpPr>
          <p:cNvPr id="42" name="Google Shape;42;p8"/>
          <p:cNvSpPr txBox="1"/>
          <p:nvPr>
            <p:ph type="title"/>
          </p:nvPr>
        </p:nvSpPr>
        <p:spPr>
          <a:xfrm>
            <a:off x="1508700" y="1668250"/>
            <a:ext cx="3866100" cy="7251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7000"/>
              <a:buNone/>
              <a:defRPr sz="7000"/>
            </a:lvl2pPr>
            <a:lvl3pPr lvl="2" rtl="0">
              <a:spcBef>
                <a:spcPts val="0"/>
              </a:spcBef>
              <a:spcAft>
                <a:spcPts val="0"/>
              </a:spcAft>
              <a:buSzPts val="7000"/>
              <a:buNone/>
              <a:defRPr sz="7000"/>
            </a:lvl3pPr>
            <a:lvl4pPr lvl="3" rtl="0">
              <a:spcBef>
                <a:spcPts val="0"/>
              </a:spcBef>
              <a:spcAft>
                <a:spcPts val="0"/>
              </a:spcAft>
              <a:buSzPts val="7000"/>
              <a:buNone/>
              <a:defRPr sz="7000"/>
            </a:lvl4pPr>
            <a:lvl5pPr lvl="4" rtl="0">
              <a:spcBef>
                <a:spcPts val="0"/>
              </a:spcBef>
              <a:spcAft>
                <a:spcPts val="0"/>
              </a:spcAft>
              <a:buSzPts val="7000"/>
              <a:buNone/>
              <a:defRPr sz="7000"/>
            </a:lvl5pPr>
            <a:lvl6pPr lvl="5" rtl="0">
              <a:spcBef>
                <a:spcPts val="0"/>
              </a:spcBef>
              <a:spcAft>
                <a:spcPts val="0"/>
              </a:spcAft>
              <a:buSzPts val="7000"/>
              <a:buNone/>
              <a:defRPr sz="7000"/>
            </a:lvl6pPr>
            <a:lvl7pPr lvl="6" rtl="0">
              <a:spcBef>
                <a:spcPts val="0"/>
              </a:spcBef>
              <a:spcAft>
                <a:spcPts val="0"/>
              </a:spcAft>
              <a:buSzPts val="7000"/>
              <a:buNone/>
              <a:defRPr sz="7000"/>
            </a:lvl7pPr>
            <a:lvl8pPr lvl="7" rtl="0">
              <a:spcBef>
                <a:spcPts val="0"/>
              </a:spcBef>
              <a:spcAft>
                <a:spcPts val="0"/>
              </a:spcAft>
              <a:buSzPts val="7000"/>
              <a:buNone/>
              <a:defRPr sz="7000"/>
            </a:lvl8pPr>
            <a:lvl9pPr lvl="8" rtl="0">
              <a:spcBef>
                <a:spcPts val="0"/>
              </a:spcBef>
              <a:spcAft>
                <a:spcPts val="0"/>
              </a:spcAft>
              <a:buSzPts val="7000"/>
              <a:buNone/>
              <a:defRPr sz="7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9"/>
          <p:cNvSpPr txBox="1"/>
          <p:nvPr>
            <p:ph idx="1" type="subTitle"/>
          </p:nvPr>
        </p:nvSpPr>
        <p:spPr>
          <a:xfrm flipH="1">
            <a:off x="5169810" y="2548727"/>
            <a:ext cx="3261300" cy="1224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600"/>
            </a:lvl1pPr>
            <a:lvl2pPr lvl="1" rtl="0" algn="r">
              <a:spcBef>
                <a:spcPts val="1600"/>
              </a:spcBef>
              <a:spcAft>
                <a:spcPts val="0"/>
              </a:spcAft>
              <a:buNone/>
              <a:defRPr/>
            </a:lvl2pPr>
            <a:lvl3pPr lvl="2" rtl="0" algn="r">
              <a:spcBef>
                <a:spcPts val="1600"/>
              </a:spcBef>
              <a:spcAft>
                <a:spcPts val="0"/>
              </a:spcAft>
              <a:buNone/>
              <a:defRPr/>
            </a:lvl3pPr>
            <a:lvl4pPr lvl="3" rtl="0" algn="r">
              <a:spcBef>
                <a:spcPts val="1600"/>
              </a:spcBef>
              <a:spcAft>
                <a:spcPts val="0"/>
              </a:spcAft>
              <a:buNone/>
              <a:defRPr/>
            </a:lvl4pPr>
            <a:lvl5pPr lvl="4" rtl="0" algn="r">
              <a:spcBef>
                <a:spcPts val="1600"/>
              </a:spcBef>
              <a:spcAft>
                <a:spcPts val="0"/>
              </a:spcAft>
              <a:buNone/>
              <a:defRPr/>
            </a:lvl5pPr>
            <a:lvl6pPr lvl="5" rtl="0" algn="r">
              <a:spcBef>
                <a:spcPts val="1600"/>
              </a:spcBef>
              <a:spcAft>
                <a:spcPts val="0"/>
              </a:spcAft>
              <a:buNone/>
              <a:defRPr/>
            </a:lvl6pPr>
            <a:lvl7pPr lvl="6" rtl="0" algn="r">
              <a:spcBef>
                <a:spcPts val="1600"/>
              </a:spcBef>
              <a:spcAft>
                <a:spcPts val="0"/>
              </a:spcAft>
              <a:buNone/>
              <a:defRPr/>
            </a:lvl7pPr>
            <a:lvl8pPr lvl="7" rtl="0" algn="r">
              <a:spcBef>
                <a:spcPts val="1600"/>
              </a:spcBef>
              <a:spcAft>
                <a:spcPts val="0"/>
              </a:spcAft>
              <a:buNone/>
              <a:defRPr/>
            </a:lvl8pPr>
            <a:lvl9pPr lvl="8" rtl="0" algn="r">
              <a:spcBef>
                <a:spcPts val="1600"/>
              </a:spcBef>
              <a:spcAft>
                <a:spcPts val="1600"/>
              </a:spcAft>
              <a:buNone/>
              <a:defRPr/>
            </a:lvl9pPr>
          </a:lstStyle>
          <a:p/>
        </p:txBody>
      </p:sp>
      <p:sp>
        <p:nvSpPr>
          <p:cNvPr id="45" name="Google Shape;45;p9"/>
          <p:cNvSpPr txBox="1"/>
          <p:nvPr>
            <p:ph type="title"/>
          </p:nvPr>
        </p:nvSpPr>
        <p:spPr>
          <a:xfrm flipH="1">
            <a:off x="5169810" y="1360990"/>
            <a:ext cx="3261300" cy="1108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200"/>
              <a:buNone/>
              <a:defRPr/>
            </a:lvl1pPr>
            <a:lvl2pPr lvl="1" rtl="0" algn="r">
              <a:spcBef>
                <a:spcPts val="0"/>
              </a:spcBef>
              <a:spcAft>
                <a:spcPts val="0"/>
              </a:spcAft>
              <a:buSzPts val="3200"/>
              <a:buFont typeface="Palanquin Dark"/>
              <a:buNone/>
              <a:defRPr>
                <a:latin typeface="Palanquin Dark"/>
                <a:ea typeface="Palanquin Dark"/>
                <a:cs typeface="Palanquin Dark"/>
                <a:sym typeface="Palanquin Dark"/>
              </a:defRPr>
            </a:lvl2pPr>
            <a:lvl3pPr lvl="2" rtl="0" algn="r">
              <a:spcBef>
                <a:spcPts val="0"/>
              </a:spcBef>
              <a:spcAft>
                <a:spcPts val="0"/>
              </a:spcAft>
              <a:buSzPts val="3200"/>
              <a:buFont typeface="Palanquin Dark"/>
              <a:buNone/>
              <a:defRPr>
                <a:latin typeface="Palanquin Dark"/>
                <a:ea typeface="Palanquin Dark"/>
                <a:cs typeface="Palanquin Dark"/>
                <a:sym typeface="Palanquin Dark"/>
              </a:defRPr>
            </a:lvl3pPr>
            <a:lvl4pPr lvl="3" rtl="0" algn="r">
              <a:spcBef>
                <a:spcPts val="0"/>
              </a:spcBef>
              <a:spcAft>
                <a:spcPts val="0"/>
              </a:spcAft>
              <a:buSzPts val="3200"/>
              <a:buFont typeface="Palanquin Dark"/>
              <a:buNone/>
              <a:defRPr>
                <a:latin typeface="Palanquin Dark"/>
                <a:ea typeface="Palanquin Dark"/>
                <a:cs typeface="Palanquin Dark"/>
                <a:sym typeface="Palanquin Dark"/>
              </a:defRPr>
            </a:lvl4pPr>
            <a:lvl5pPr lvl="4" rtl="0" algn="r">
              <a:spcBef>
                <a:spcPts val="0"/>
              </a:spcBef>
              <a:spcAft>
                <a:spcPts val="0"/>
              </a:spcAft>
              <a:buSzPts val="3200"/>
              <a:buFont typeface="Palanquin Dark"/>
              <a:buNone/>
              <a:defRPr>
                <a:latin typeface="Palanquin Dark"/>
                <a:ea typeface="Palanquin Dark"/>
                <a:cs typeface="Palanquin Dark"/>
                <a:sym typeface="Palanquin Dark"/>
              </a:defRPr>
            </a:lvl5pPr>
            <a:lvl6pPr lvl="5" rtl="0" algn="r">
              <a:spcBef>
                <a:spcPts val="0"/>
              </a:spcBef>
              <a:spcAft>
                <a:spcPts val="0"/>
              </a:spcAft>
              <a:buSzPts val="3200"/>
              <a:buFont typeface="Palanquin Dark"/>
              <a:buNone/>
              <a:defRPr>
                <a:latin typeface="Palanquin Dark"/>
                <a:ea typeface="Palanquin Dark"/>
                <a:cs typeface="Palanquin Dark"/>
                <a:sym typeface="Palanquin Dark"/>
              </a:defRPr>
            </a:lvl6pPr>
            <a:lvl7pPr lvl="6" rtl="0" algn="r">
              <a:spcBef>
                <a:spcPts val="0"/>
              </a:spcBef>
              <a:spcAft>
                <a:spcPts val="0"/>
              </a:spcAft>
              <a:buSzPts val="3200"/>
              <a:buFont typeface="Palanquin Dark"/>
              <a:buNone/>
              <a:defRPr>
                <a:latin typeface="Palanquin Dark"/>
                <a:ea typeface="Palanquin Dark"/>
                <a:cs typeface="Palanquin Dark"/>
                <a:sym typeface="Palanquin Dark"/>
              </a:defRPr>
            </a:lvl7pPr>
            <a:lvl8pPr lvl="7" rtl="0" algn="r">
              <a:spcBef>
                <a:spcPts val="0"/>
              </a:spcBef>
              <a:spcAft>
                <a:spcPts val="0"/>
              </a:spcAft>
              <a:buSzPts val="3200"/>
              <a:buFont typeface="Palanquin Dark"/>
              <a:buNone/>
              <a:defRPr>
                <a:latin typeface="Palanquin Dark"/>
                <a:ea typeface="Palanquin Dark"/>
                <a:cs typeface="Palanquin Dark"/>
                <a:sym typeface="Palanquin Dark"/>
              </a:defRPr>
            </a:lvl8pPr>
            <a:lvl9pPr lvl="8" rtl="0" algn="r">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46" name="Google Shape;46;p9"/>
          <p:cNvSpPr/>
          <p:nvPr/>
        </p:nvSpPr>
        <p:spPr>
          <a:xfrm flipH="1" rot="1956016">
            <a:off x="-1420073" y="2411499"/>
            <a:ext cx="5697651" cy="418541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flipH="1" rot="-8978585">
            <a:off x="6889116" y="-1236583"/>
            <a:ext cx="4040147" cy="296783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p:nvPr/>
        </p:nvSpPr>
        <p:spPr>
          <a:xfrm flipH="1">
            <a:off x="4037600" y="727800"/>
            <a:ext cx="4374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0" name="Google Shape;50;p10"/>
          <p:cNvSpPr txBox="1"/>
          <p:nvPr>
            <p:ph type="title"/>
          </p:nvPr>
        </p:nvSpPr>
        <p:spPr>
          <a:xfrm flipH="1">
            <a:off x="3448700" y="387600"/>
            <a:ext cx="4962900" cy="1836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51" name="Google Shape;51;p10"/>
          <p:cNvSpPr/>
          <p:nvPr/>
        </p:nvSpPr>
        <p:spPr>
          <a:xfrm flipH="1" rot="-2467215">
            <a:off x="6908727" y="3120633"/>
            <a:ext cx="4039721" cy="2967525"/>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txBox="1"/>
          <p:nvPr>
            <p:ph hasCustomPrompt="1" type="title"/>
          </p:nvPr>
        </p:nvSpPr>
        <p:spPr>
          <a:xfrm>
            <a:off x="4754222" y="1653880"/>
            <a:ext cx="3677100" cy="1107300"/>
          </a:xfrm>
          <a:prstGeom prst="rect">
            <a:avLst/>
          </a:prstGeom>
        </p:spPr>
        <p:txBody>
          <a:bodyPr anchorCtr="0" anchor="ctr" bIns="91425" lIns="91425" spcFirstLastPara="1" rIns="91425" wrap="square" tIns="91425">
            <a:noAutofit/>
          </a:bodyPr>
          <a:lstStyle>
            <a:lvl1pPr lvl="0" algn="r">
              <a:spcBef>
                <a:spcPts val="0"/>
              </a:spcBef>
              <a:spcAft>
                <a:spcPts val="0"/>
              </a:spcAft>
              <a:buSzPts val="6000"/>
              <a:buNone/>
              <a:defRPr sz="6000"/>
            </a:lvl1pPr>
            <a:lvl2pPr lvl="1" algn="r">
              <a:spcBef>
                <a:spcPts val="0"/>
              </a:spcBef>
              <a:spcAft>
                <a:spcPts val="0"/>
              </a:spcAft>
              <a:buSzPts val="12000"/>
              <a:buNone/>
              <a:defRPr sz="12000"/>
            </a:lvl2pPr>
            <a:lvl3pPr lvl="2" algn="r">
              <a:spcBef>
                <a:spcPts val="0"/>
              </a:spcBef>
              <a:spcAft>
                <a:spcPts val="0"/>
              </a:spcAft>
              <a:buSzPts val="12000"/>
              <a:buNone/>
              <a:defRPr sz="12000"/>
            </a:lvl3pPr>
            <a:lvl4pPr lvl="3" algn="r">
              <a:spcBef>
                <a:spcPts val="0"/>
              </a:spcBef>
              <a:spcAft>
                <a:spcPts val="0"/>
              </a:spcAft>
              <a:buSzPts val="12000"/>
              <a:buNone/>
              <a:defRPr sz="12000"/>
            </a:lvl4pPr>
            <a:lvl5pPr lvl="4" algn="r">
              <a:spcBef>
                <a:spcPts val="0"/>
              </a:spcBef>
              <a:spcAft>
                <a:spcPts val="0"/>
              </a:spcAft>
              <a:buSzPts val="12000"/>
              <a:buNone/>
              <a:defRPr sz="12000"/>
            </a:lvl5pPr>
            <a:lvl6pPr lvl="5" algn="r">
              <a:spcBef>
                <a:spcPts val="0"/>
              </a:spcBef>
              <a:spcAft>
                <a:spcPts val="0"/>
              </a:spcAft>
              <a:buSzPts val="12000"/>
              <a:buNone/>
              <a:defRPr sz="12000"/>
            </a:lvl6pPr>
            <a:lvl7pPr lvl="6" algn="r">
              <a:spcBef>
                <a:spcPts val="0"/>
              </a:spcBef>
              <a:spcAft>
                <a:spcPts val="0"/>
              </a:spcAft>
              <a:buSzPts val="12000"/>
              <a:buNone/>
              <a:defRPr sz="12000"/>
            </a:lvl7pPr>
            <a:lvl8pPr lvl="7" algn="r">
              <a:spcBef>
                <a:spcPts val="0"/>
              </a:spcBef>
              <a:spcAft>
                <a:spcPts val="0"/>
              </a:spcAft>
              <a:buSzPts val="12000"/>
              <a:buNone/>
              <a:defRPr sz="12000"/>
            </a:lvl8pPr>
            <a:lvl9pPr lvl="8" algn="r">
              <a:spcBef>
                <a:spcPts val="0"/>
              </a:spcBef>
              <a:spcAft>
                <a:spcPts val="0"/>
              </a:spcAft>
              <a:buSzPts val="12000"/>
              <a:buNone/>
              <a:defRPr sz="12000"/>
            </a:lvl9pPr>
          </a:lstStyle>
          <a:p>
            <a:r>
              <a:t>xx%</a:t>
            </a:r>
          </a:p>
        </p:txBody>
      </p:sp>
      <p:sp>
        <p:nvSpPr>
          <p:cNvPr id="54" name="Google Shape;54;p11"/>
          <p:cNvSpPr txBox="1"/>
          <p:nvPr>
            <p:ph idx="1" type="subTitle"/>
          </p:nvPr>
        </p:nvSpPr>
        <p:spPr>
          <a:xfrm flipH="1">
            <a:off x="4754222" y="2701195"/>
            <a:ext cx="3677100" cy="650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600"/>
            </a:lvl1pPr>
            <a:lvl2pPr lvl="1" rtl="0" algn="r">
              <a:lnSpc>
                <a:spcPct val="100000"/>
              </a:lnSpc>
              <a:spcBef>
                <a:spcPts val="1600"/>
              </a:spcBef>
              <a:spcAft>
                <a:spcPts val="0"/>
              </a:spcAft>
              <a:buNone/>
              <a:defRPr sz="1600"/>
            </a:lvl2pPr>
            <a:lvl3pPr lvl="2" rtl="0" algn="r">
              <a:lnSpc>
                <a:spcPct val="100000"/>
              </a:lnSpc>
              <a:spcBef>
                <a:spcPts val="1600"/>
              </a:spcBef>
              <a:spcAft>
                <a:spcPts val="0"/>
              </a:spcAft>
              <a:buNone/>
              <a:defRPr sz="1600"/>
            </a:lvl3pPr>
            <a:lvl4pPr lvl="3" rtl="0" algn="r">
              <a:lnSpc>
                <a:spcPct val="100000"/>
              </a:lnSpc>
              <a:spcBef>
                <a:spcPts val="1600"/>
              </a:spcBef>
              <a:spcAft>
                <a:spcPts val="0"/>
              </a:spcAft>
              <a:buNone/>
              <a:defRPr sz="1600"/>
            </a:lvl4pPr>
            <a:lvl5pPr lvl="4" rtl="0" algn="r">
              <a:lnSpc>
                <a:spcPct val="100000"/>
              </a:lnSpc>
              <a:spcBef>
                <a:spcPts val="1600"/>
              </a:spcBef>
              <a:spcAft>
                <a:spcPts val="0"/>
              </a:spcAft>
              <a:buNone/>
              <a:defRPr sz="1600"/>
            </a:lvl5pPr>
            <a:lvl6pPr lvl="5" rtl="0" algn="r">
              <a:lnSpc>
                <a:spcPct val="100000"/>
              </a:lnSpc>
              <a:spcBef>
                <a:spcPts val="1600"/>
              </a:spcBef>
              <a:spcAft>
                <a:spcPts val="0"/>
              </a:spcAft>
              <a:buNone/>
              <a:defRPr sz="1600"/>
            </a:lvl6pPr>
            <a:lvl7pPr lvl="6" rtl="0" algn="r">
              <a:lnSpc>
                <a:spcPct val="100000"/>
              </a:lnSpc>
              <a:spcBef>
                <a:spcPts val="1600"/>
              </a:spcBef>
              <a:spcAft>
                <a:spcPts val="0"/>
              </a:spcAft>
              <a:buNone/>
              <a:defRPr sz="1600"/>
            </a:lvl7pPr>
            <a:lvl8pPr lvl="7" rtl="0" algn="r">
              <a:lnSpc>
                <a:spcPct val="100000"/>
              </a:lnSpc>
              <a:spcBef>
                <a:spcPts val="1600"/>
              </a:spcBef>
              <a:spcAft>
                <a:spcPts val="0"/>
              </a:spcAft>
              <a:buNone/>
              <a:defRPr sz="1600"/>
            </a:lvl8pPr>
            <a:lvl9pPr lvl="8" rtl="0" algn="r">
              <a:lnSpc>
                <a:spcPct val="100000"/>
              </a:lnSpc>
              <a:spcBef>
                <a:spcPts val="1600"/>
              </a:spcBef>
              <a:spcAft>
                <a:spcPts val="1600"/>
              </a:spcAft>
              <a:buNone/>
              <a:defRPr sz="1600"/>
            </a:lvl9pPr>
          </a:lstStyle>
          <a:p/>
        </p:txBody>
      </p:sp>
      <p:sp>
        <p:nvSpPr>
          <p:cNvPr id="55" name="Google Shape;55;p11"/>
          <p:cNvSpPr/>
          <p:nvPr/>
        </p:nvSpPr>
        <p:spPr>
          <a:xfrm>
            <a:off x="6169150" y="3675629"/>
            <a:ext cx="4039742" cy="2967540"/>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56" name="Shape 5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
    <p:spTree>
      <p:nvGrpSpPr>
        <p:cNvPr id="57" name="Shape 57"/>
        <p:cNvGrpSpPr/>
        <p:nvPr/>
      </p:nvGrpSpPr>
      <p:grpSpPr>
        <a:xfrm>
          <a:off x="0" y="0"/>
          <a:ext cx="0" cy="0"/>
          <a:chOff x="0" y="0"/>
          <a:chExt cx="0" cy="0"/>
        </a:xfrm>
      </p:grpSpPr>
      <p:sp>
        <p:nvSpPr>
          <p:cNvPr id="58" name="Google Shape;58;p13"/>
          <p:cNvSpPr txBox="1"/>
          <p:nvPr>
            <p:ph hasCustomPrompt="1" type="title"/>
          </p:nvPr>
        </p:nvSpPr>
        <p:spPr>
          <a:xfrm>
            <a:off x="869627" y="2130720"/>
            <a:ext cx="885900" cy="7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4800"/>
              <a:buNone/>
              <a:defRPr sz="4800">
                <a:solidFill>
                  <a:schemeClr val="lt2"/>
                </a:solidFill>
              </a:defRPr>
            </a:lvl1pPr>
            <a:lvl2pPr lvl="1" rtl="0" algn="ctr">
              <a:lnSpc>
                <a:spcPct val="100000"/>
              </a:lnSpc>
              <a:spcBef>
                <a:spcPts val="0"/>
              </a:spcBef>
              <a:spcAft>
                <a:spcPts val="0"/>
              </a:spcAft>
              <a:buClr>
                <a:schemeClr val="lt2"/>
              </a:buClr>
              <a:buSzPts val="4800"/>
              <a:buNone/>
              <a:defRPr sz="4800">
                <a:solidFill>
                  <a:schemeClr val="lt2"/>
                </a:solidFill>
              </a:defRPr>
            </a:lvl2pPr>
            <a:lvl3pPr lvl="2" rtl="0" algn="ctr">
              <a:lnSpc>
                <a:spcPct val="100000"/>
              </a:lnSpc>
              <a:spcBef>
                <a:spcPts val="0"/>
              </a:spcBef>
              <a:spcAft>
                <a:spcPts val="0"/>
              </a:spcAft>
              <a:buClr>
                <a:schemeClr val="lt2"/>
              </a:buClr>
              <a:buSzPts val="4800"/>
              <a:buNone/>
              <a:defRPr sz="4800">
                <a:solidFill>
                  <a:schemeClr val="lt2"/>
                </a:solidFill>
              </a:defRPr>
            </a:lvl3pPr>
            <a:lvl4pPr lvl="3" rtl="0" algn="ctr">
              <a:lnSpc>
                <a:spcPct val="100000"/>
              </a:lnSpc>
              <a:spcBef>
                <a:spcPts val="0"/>
              </a:spcBef>
              <a:spcAft>
                <a:spcPts val="0"/>
              </a:spcAft>
              <a:buClr>
                <a:schemeClr val="lt2"/>
              </a:buClr>
              <a:buSzPts val="4800"/>
              <a:buNone/>
              <a:defRPr sz="4800">
                <a:solidFill>
                  <a:schemeClr val="lt2"/>
                </a:solidFill>
              </a:defRPr>
            </a:lvl4pPr>
            <a:lvl5pPr lvl="4" rtl="0" algn="ctr">
              <a:lnSpc>
                <a:spcPct val="100000"/>
              </a:lnSpc>
              <a:spcBef>
                <a:spcPts val="0"/>
              </a:spcBef>
              <a:spcAft>
                <a:spcPts val="0"/>
              </a:spcAft>
              <a:buClr>
                <a:schemeClr val="lt2"/>
              </a:buClr>
              <a:buSzPts val="4800"/>
              <a:buNone/>
              <a:defRPr sz="4800">
                <a:solidFill>
                  <a:schemeClr val="lt2"/>
                </a:solidFill>
              </a:defRPr>
            </a:lvl5pPr>
            <a:lvl6pPr lvl="5" rtl="0" algn="ctr">
              <a:lnSpc>
                <a:spcPct val="100000"/>
              </a:lnSpc>
              <a:spcBef>
                <a:spcPts val="0"/>
              </a:spcBef>
              <a:spcAft>
                <a:spcPts val="0"/>
              </a:spcAft>
              <a:buClr>
                <a:schemeClr val="lt2"/>
              </a:buClr>
              <a:buSzPts val="4800"/>
              <a:buNone/>
              <a:defRPr sz="4800">
                <a:solidFill>
                  <a:schemeClr val="lt2"/>
                </a:solidFill>
              </a:defRPr>
            </a:lvl6pPr>
            <a:lvl7pPr lvl="6" rtl="0" algn="ctr">
              <a:lnSpc>
                <a:spcPct val="100000"/>
              </a:lnSpc>
              <a:spcBef>
                <a:spcPts val="0"/>
              </a:spcBef>
              <a:spcAft>
                <a:spcPts val="0"/>
              </a:spcAft>
              <a:buClr>
                <a:schemeClr val="lt2"/>
              </a:buClr>
              <a:buSzPts val="4800"/>
              <a:buNone/>
              <a:defRPr sz="4800">
                <a:solidFill>
                  <a:schemeClr val="lt2"/>
                </a:solidFill>
              </a:defRPr>
            </a:lvl7pPr>
            <a:lvl8pPr lvl="7" rtl="0" algn="ctr">
              <a:lnSpc>
                <a:spcPct val="100000"/>
              </a:lnSpc>
              <a:spcBef>
                <a:spcPts val="0"/>
              </a:spcBef>
              <a:spcAft>
                <a:spcPts val="0"/>
              </a:spcAft>
              <a:buClr>
                <a:schemeClr val="lt2"/>
              </a:buClr>
              <a:buSzPts val="4800"/>
              <a:buNone/>
              <a:defRPr sz="4800">
                <a:solidFill>
                  <a:schemeClr val="lt2"/>
                </a:solidFill>
              </a:defRPr>
            </a:lvl8pPr>
            <a:lvl9pPr lvl="8" rtl="0" algn="ctr">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59" name="Google Shape;59;p13"/>
          <p:cNvSpPr txBox="1"/>
          <p:nvPr>
            <p:ph idx="1" type="subTitle"/>
          </p:nvPr>
        </p:nvSpPr>
        <p:spPr>
          <a:xfrm>
            <a:off x="723900" y="2995276"/>
            <a:ext cx="2205600" cy="371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None/>
              <a:defRPr>
                <a:latin typeface="Poppins Black"/>
                <a:ea typeface="Poppins Black"/>
                <a:cs typeface="Poppins Black"/>
                <a:sym typeface="Poppins Black"/>
              </a:defRPr>
            </a:lvl1pPr>
            <a:lvl2pPr lvl="1">
              <a:lnSpc>
                <a:spcPct val="100000"/>
              </a:lnSpc>
              <a:spcBef>
                <a:spcPts val="1600"/>
              </a:spcBef>
              <a:spcAft>
                <a:spcPts val="0"/>
              </a:spcAft>
              <a:buNone/>
              <a:defRPr>
                <a:latin typeface="Poppins Black"/>
                <a:ea typeface="Poppins Black"/>
                <a:cs typeface="Poppins Black"/>
                <a:sym typeface="Poppins Black"/>
              </a:defRPr>
            </a:lvl2pPr>
            <a:lvl3pPr lvl="2">
              <a:lnSpc>
                <a:spcPct val="100000"/>
              </a:lnSpc>
              <a:spcBef>
                <a:spcPts val="1600"/>
              </a:spcBef>
              <a:spcAft>
                <a:spcPts val="0"/>
              </a:spcAft>
              <a:buNone/>
              <a:defRPr>
                <a:latin typeface="Poppins Black"/>
                <a:ea typeface="Poppins Black"/>
                <a:cs typeface="Poppins Black"/>
                <a:sym typeface="Poppins Black"/>
              </a:defRPr>
            </a:lvl3pPr>
            <a:lvl4pPr lvl="3">
              <a:lnSpc>
                <a:spcPct val="100000"/>
              </a:lnSpc>
              <a:spcBef>
                <a:spcPts val="1600"/>
              </a:spcBef>
              <a:spcAft>
                <a:spcPts val="0"/>
              </a:spcAft>
              <a:buNone/>
              <a:defRPr>
                <a:latin typeface="Poppins Black"/>
                <a:ea typeface="Poppins Black"/>
                <a:cs typeface="Poppins Black"/>
                <a:sym typeface="Poppins Black"/>
              </a:defRPr>
            </a:lvl4pPr>
            <a:lvl5pPr lvl="4">
              <a:lnSpc>
                <a:spcPct val="100000"/>
              </a:lnSpc>
              <a:spcBef>
                <a:spcPts val="1600"/>
              </a:spcBef>
              <a:spcAft>
                <a:spcPts val="0"/>
              </a:spcAft>
              <a:buNone/>
              <a:defRPr>
                <a:latin typeface="Poppins Black"/>
                <a:ea typeface="Poppins Black"/>
                <a:cs typeface="Poppins Black"/>
                <a:sym typeface="Poppins Black"/>
              </a:defRPr>
            </a:lvl5pPr>
            <a:lvl6pPr lvl="5">
              <a:lnSpc>
                <a:spcPct val="100000"/>
              </a:lnSpc>
              <a:spcBef>
                <a:spcPts val="1600"/>
              </a:spcBef>
              <a:spcAft>
                <a:spcPts val="0"/>
              </a:spcAft>
              <a:buNone/>
              <a:defRPr>
                <a:latin typeface="Poppins Black"/>
                <a:ea typeface="Poppins Black"/>
                <a:cs typeface="Poppins Black"/>
                <a:sym typeface="Poppins Black"/>
              </a:defRPr>
            </a:lvl6pPr>
            <a:lvl7pPr lvl="6">
              <a:lnSpc>
                <a:spcPct val="100000"/>
              </a:lnSpc>
              <a:spcBef>
                <a:spcPts val="1600"/>
              </a:spcBef>
              <a:spcAft>
                <a:spcPts val="0"/>
              </a:spcAft>
              <a:buNone/>
              <a:defRPr>
                <a:latin typeface="Poppins Black"/>
                <a:ea typeface="Poppins Black"/>
                <a:cs typeface="Poppins Black"/>
                <a:sym typeface="Poppins Black"/>
              </a:defRPr>
            </a:lvl7pPr>
            <a:lvl8pPr lvl="7">
              <a:lnSpc>
                <a:spcPct val="100000"/>
              </a:lnSpc>
              <a:spcBef>
                <a:spcPts val="1600"/>
              </a:spcBef>
              <a:spcAft>
                <a:spcPts val="0"/>
              </a:spcAft>
              <a:buNone/>
              <a:defRPr>
                <a:latin typeface="Poppins Black"/>
                <a:ea typeface="Poppins Black"/>
                <a:cs typeface="Poppins Black"/>
                <a:sym typeface="Poppins Black"/>
              </a:defRPr>
            </a:lvl8pPr>
            <a:lvl9pPr lvl="8">
              <a:lnSpc>
                <a:spcPct val="100000"/>
              </a:lnSpc>
              <a:spcBef>
                <a:spcPts val="1600"/>
              </a:spcBef>
              <a:spcAft>
                <a:spcPts val="1600"/>
              </a:spcAft>
              <a:buNone/>
              <a:defRPr>
                <a:latin typeface="Poppins Black"/>
                <a:ea typeface="Poppins Black"/>
                <a:cs typeface="Poppins Black"/>
                <a:sym typeface="Poppins Black"/>
              </a:defRPr>
            </a:lvl9pPr>
          </a:lstStyle>
          <a:p/>
        </p:txBody>
      </p:sp>
      <p:sp>
        <p:nvSpPr>
          <p:cNvPr id="60" name="Google Shape;60;p13"/>
          <p:cNvSpPr txBox="1"/>
          <p:nvPr>
            <p:ph idx="2" type="subTitle"/>
          </p:nvPr>
        </p:nvSpPr>
        <p:spPr>
          <a:xfrm>
            <a:off x="723900" y="3346802"/>
            <a:ext cx="2205600" cy="85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1600"/>
              </a:spcBef>
              <a:spcAft>
                <a:spcPts val="0"/>
              </a:spcAft>
              <a:buNone/>
              <a:defRPr sz="1400"/>
            </a:lvl2pPr>
            <a:lvl3pPr lvl="2" rtl="0">
              <a:lnSpc>
                <a:spcPct val="100000"/>
              </a:lnSpc>
              <a:spcBef>
                <a:spcPts val="1600"/>
              </a:spcBef>
              <a:spcAft>
                <a:spcPts val="0"/>
              </a:spcAft>
              <a:buNone/>
              <a:defRPr sz="1400"/>
            </a:lvl3pPr>
            <a:lvl4pPr lvl="3" rtl="0">
              <a:lnSpc>
                <a:spcPct val="100000"/>
              </a:lnSpc>
              <a:spcBef>
                <a:spcPts val="1600"/>
              </a:spcBef>
              <a:spcAft>
                <a:spcPts val="0"/>
              </a:spcAft>
              <a:buNone/>
              <a:defRPr sz="1400"/>
            </a:lvl4pPr>
            <a:lvl5pPr lvl="4" rtl="0">
              <a:lnSpc>
                <a:spcPct val="100000"/>
              </a:lnSpc>
              <a:spcBef>
                <a:spcPts val="1600"/>
              </a:spcBef>
              <a:spcAft>
                <a:spcPts val="0"/>
              </a:spcAft>
              <a:buNone/>
              <a:defRPr sz="1400"/>
            </a:lvl5pPr>
            <a:lvl6pPr lvl="5" rtl="0">
              <a:lnSpc>
                <a:spcPct val="100000"/>
              </a:lnSpc>
              <a:spcBef>
                <a:spcPts val="1600"/>
              </a:spcBef>
              <a:spcAft>
                <a:spcPts val="0"/>
              </a:spcAft>
              <a:buNone/>
              <a:defRPr sz="1400"/>
            </a:lvl6pPr>
            <a:lvl7pPr lvl="6" rtl="0">
              <a:lnSpc>
                <a:spcPct val="100000"/>
              </a:lnSpc>
              <a:spcBef>
                <a:spcPts val="1600"/>
              </a:spcBef>
              <a:spcAft>
                <a:spcPts val="0"/>
              </a:spcAft>
              <a:buNone/>
              <a:defRPr sz="1400"/>
            </a:lvl7pPr>
            <a:lvl8pPr lvl="7" rtl="0">
              <a:lnSpc>
                <a:spcPct val="100000"/>
              </a:lnSpc>
              <a:spcBef>
                <a:spcPts val="1600"/>
              </a:spcBef>
              <a:spcAft>
                <a:spcPts val="0"/>
              </a:spcAft>
              <a:buNone/>
              <a:defRPr sz="1400"/>
            </a:lvl8pPr>
            <a:lvl9pPr lvl="8" rtl="0">
              <a:lnSpc>
                <a:spcPct val="100000"/>
              </a:lnSpc>
              <a:spcBef>
                <a:spcPts val="1600"/>
              </a:spcBef>
              <a:spcAft>
                <a:spcPts val="1600"/>
              </a:spcAft>
              <a:buNone/>
              <a:defRPr sz="1400"/>
            </a:lvl9pPr>
          </a:lstStyle>
          <a:p/>
        </p:txBody>
      </p:sp>
      <p:sp>
        <p:nvSpPr>
          <p:cNvPr id="61" name="Google Shape;61;p13"/>
          <p:cNvSpPr txBox="1"/>
          <p:nvPr>
            <p:ph hasCustomPrompt="1" idx="3" type="title"/>
          </p:nvPr>
        </p:nvSpPr>
        <p:spPr>
          <a:xfrm>
            <a:off x="3616601" y="2130720"/>
            <a:ext cx="885900" cy="7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4800"/>
              <a:buNone/>
              <a:defRPr sz="4800">
                <a:solidFill>
                  <a:schemeClr val="lt2"/>
                </a:solidFill>
              </a:defRPr>
            </a:lvl1pPr>
            <a:lvl2pPr lvl="1" rtl="0" algn="ctr">
              <a:lnSpc>
                <a:spcPct val="100000"/>
              </a:lnSpc>
              <a:spcBef>
                <a:spcPts val="0"/>
              </a:spcBef>
              <a:spcAft>
                <a:spcPts val="0"/>
              </a:spcAft>
              <a:buClr>
                <a:schemeClr val="lt2"/>
              </a:buClr>
              <a:buSzPts val="4800"/>
              <a:buNone/>
              <a:defRPr sz="4800">
                <a:solidFill>
                  <a:schemeClr val="lt2"/>
                </a:solidFill>
              </a:defRPr>
            </a:lvl2pPr>
            <a:lvl3pPr lvl="2" rtl="0" algn="ctr">
              <a:lnSpc>
                <a:spcPct val="100000"/>
              </a:lnSpc>
              <a:spcBef>
                <a:spcPts val="0"/>
              </a:spcBef>
              <a:spcAft>
                <a:spcPts val="0"/>
              </a:spcAft>
              <a:buClr>
                <a:schemeClr val="lt2"/>
              </a:buClr>
              <a:buSzPts val="4800"/>
              <a:buNone/>
              <a:defRPr sz="4800">
                <a:solidFill>
                  <a:schemeClr val="lt2"/>
                </a:solidFill>
              </a:defRPr>
            </a:lvl3pPr>
            <a:lvl4pPr lvl="3" rtl="0" algn="ctr">
              <a:lnSpc>
                <a:spcPct val="100000"/>
              </a:lnSpc>
              <a:spcBef>
                <a:spcPts val="0"/>
              </a:spcBef>
              <a:spcAft>
                <a:spcPts val="0"/>
              </a:spcAft>
              <a:buClr>
                <a:schemeClr val="lt2"/>
              </a:buClr>
              <a:buSzPts val="4800"/>
              <a:buNone/>
              <a:defRPr sz="4800">
                <a:solidFill>
                  <a:schemeClr val="lt2"/>
                </a:solidFill>
              </a:defRPr>
            </a:lvl4pPr>
            <a:lvl5pPr lvl="4" rtl="0" algn="ctr">
              <a:lnSpc>
                <a:spcPct val="100000"/>
              </a:lnSpc>
              <a:spcBef>
                <a:spcPts val="0"/>
              </a:spcBef>
              <a:spcAft>
                <a:spcPts val="0"/>
              </a:spcAft>
              <a:buClr>
                <a:schemeClr val="lt2"/>
              </a:buClr>
              <a:buSzPts val="4800"/>
              <a:buNone/>
              <a:defRPr sz="4800">
                <a:solidFill>
                  <a:schemeClr val="lt2"/>
                </a:solidFill>
              </a:defRPr>
            </a:lvl5pPr>
            <a:lvl6pPr lvl="5" rtl="0" algn="ctr">
              <a:lnSpc>
                <a:spcPct val="100000"/>
              </a:lnSpc>
              <a:spcBef>
                <a:spcPts val="0"/>
              </a:spcBef>
              <a:spcAft>
                <a:spcPts val="0"/>
              </a:spcAft>
              <a:buClr>
                <a:schemeClr val="lt2"/>
              </a:buClr>
              <a:buSzPts val="4800"/>
              <a:buNone/>
              <a:defRPr sz="4800">
                <a:solidFill>
                  <a:schemeClr val="lt2"/>
                </a:solidFill>
              </a:defRPr>
            </a:lvl6pPr>
            <a:lvl7pPr lvl="6" rtl="0" algn="ctr">
              <a:lnSpc>
                <a:spcPct val="100000"/>
              </a:lnSpc>
              <a:spcBef>
                <a:spcPts val="0"/>
              </a:spcBef>
              <a:spcAft>
                <a:spcPts val="0"/>
              </a:spcAft>
              <a:buClr>
                <a:schemeClr val="lt2"/>
              </a:buClr>
              <a:buSzPts val="4800"/>
              <a:buNone/>
              <a:defRPr sz="4800">
                <a:solidFill>
                  <a:schemeClr val="lt2"/>
                </a:solidFill>
              </a:defRPr>
            </a:lvl7pPr>
            <a:lvl8pPr lvl="7" rtl="0" algn="ctr">
              <a:lnSpc>
                <a:spcPct val="100000"/>
              </a:lnSpc>
              <a:spcBef>
                <a:spcPts val="0"/>
              </a:spcBef>
              <a:spcAft>
                <a:spcPts val="0"/>
              </a:spcAft>
              <a:buClr>
                <a:schemeClr val="lt2"/>
              </a:buClr>
              <a:buSzPts val="4800"/>
              <a:buNone/>
              <a:defRPr sz="4800">
                <a:solidFill>
                  <a:schemeClr val="lt2"/>
                </a:solidFill>
              </a:defRPr>
            </a:lvl8pPr>
            <a:lvl9pPr lvl="8" rtl="0" algn="ctr">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62" name="Google Shape;62;p13"/>
          <p:cNvSpPr txBox="1"/>
          <p:nvPr>
            <p:ph idx="4" type="subTitle"/>
          </p:nvPr>
        </p:nvSpPr>
        <p:spPr>
          <a:xfrm>
            <a:off x="3470874" y="2995276"/>
            <a:ext cx="2205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1600"/>
              </a:spcBef>
              <a:spcAft>
                <a:spcPts val="0"/>
              </a:spcAft>
              <a:buNone/>
              <a:defRPr>
                <a:latin typeface="Poppins Black"/>
                <a:ea typeface="Poppins Black"/>
                <a:cs typeface="Poppins Black"/>
                <a:sym typeface="Poppins Black"/>
              </a:defRPr>
            </a:lvl2pPr>
            <a:lvl3pPr lvl="2" rtl="0">
              <a:lnSpc>
                <a:spcPct val="100000"/>
              </a:lnSpc>
              <a:spcBef>
                <a:spcPts val="1600"/>
              </a:spcBef>
              <a:spcAft>
                <a:spcPts val="0"/>
              </a:spcAft>
              <a:buNone/>
              <a:defRPr>
                <a:latin typeface="Poppins Black"/>
                <a:ea typeface="Poppins Black"/>
                <a:cs typeface="Poppins Black"/>
                <a:sym typeface="Poppins Black"/>
              </a:defRPr>
            </a:lvl3pPr>
            <a:lvl4pPr lvl="3" rtl="0">
              <a:lnSpc>
                <a:spcPct val="100000"/>
              </a:lnSpc>
              <a:spcBef>
                <a:spcPts val="1600"/>
              </a:spcBef>
              <a:spcAft>
                <a:spcPts val="0"/>
              </a:spcAft>
              <a:buNone/>
              <a:defRPr>
                <a:latin typeface="Poppins Black"/>
                <a:ea typeface="Poppins Black"/>
                <a:cs typeface="Poppins Black"/>
                <a:sym typeface="Poppins Black"/>
              </a:defRPr>
            </a:lvl4pPr>
            <a:lvl5pPr lvl="4" rtl="0">
              <a:lnSpc>
                <a:spcPct val="100000"/>
              </a:lnSpc>
              <a:spcBef>
                <a:spcPts val="1600"/>
              </a:spcBef>
              <a:spcAft>
                <a:spcPts val="0"/>
              </a:spcAft>
              <a:buNone/>
              <a:defRPr>
                <a:latin typeface="Poppins Black"/>
                <a:ea typeface="Poppins Black"/>
                <a:cs typeface="Poppins Black"/>
                <a:sym typeface="Poppins Black"/>
              </a:defRPr>
            </a:lvl5pPr>
            <a:lvl6pPr lvl="5" rtl="0">
              <a:lnSpc>
                <a:spcPct val="100000"/>
              </a:lnSpc>
              <a:spcBef>
                <a:spcPts val="1600"/>
              </a:spcBef>
              <a:spcAft>
                <a:spcPts val="0"/>
              </a:spcAft>
              <a:buNone/>
              <a:defRPr>
                <a:latin typeface="Poppins Black"/>
                <a:ea typeface="Poppins Black"/>
                <a:cs typeface="Poppins Black"/>
                <a:sym typeface="Poppins Black"/>
              </a:defRPr>
            </a:lvl6pPr>
            <a:lvl7pPr lvl="6" rtl="0">
              <a:lnSpc>
                <a:spcPct val="100000"/>
              </a:lnSpc>
              <a:spcBef>
                <a:spcPts val="1600"/>
              </a:spcBef>
              <a:spcAft>
                <a:spcPts val="0"/>
              </a:spcAft>
              <a:buNone/>
              <a:defRPr>
                <a:latin typeface="Poppins Black"/>
                <a:ea typeface="Poppins Black"/>
                <a:cs typeface="Poppins Black"/>
                <a:sym typeface="Poppins Black"/>
              </a:defRPr>
            </a:lvl7pPr>
            <a:lvl8pPr lvl="7" rtl="0">
              <a:lnSpc>
                <a:spcPct val="100000"/>
              </a:lnSpc>
              <a:spcBef>
                <a:spcPts val="1600"/>
              </a:spcBef>
              <a:spcAft>
                <a:spcPts val="0"/>
              </a:spcAft>
              <a:buNone/>
              <a:defRPr>
                <a:latin typeface="Poppins Black"/>
                <a:ea typeface="Poppins Black"/>
                <a:cs typeface="Poppins Black"/>
                <a:sym typeface="Poppins Black"/>
              </a:defRPr>
            </a:lvl8pPr>
            <a:lvl9pPr lvl="8" rtl="0">
              <a:lnSpc>
                <a:spcPct val="100000"/>
              </a:lnSpc>
              <a:spcBef>
                <a:spcPts val="1600"/>
              </a:spcBef>
              <a:spcAft>
                <a:spcPts val="1600"/>
              </a:spcAft>
              <a:buNone/>
              <a:defRPr>
                <a:latin typeface="Poppins Black"/>
                <a:ea typeface="Poppins Black"/>
                <a:cs typeface="Poppins Black"/>
                <a:sym typeface="Poppins Black"/>
              </a:defRPr>
            </a:lvl9pPr>
          </a:lstStyle>
          <a:p/>
        </p:txBody>
      </p:sp>
      <p:sp>
        <p:nvSpPr>
          <p:cNvPr id="63" name="Google Shape;63;p13"/>
          <p:cNvSpPr txBox="1"/>
          <p:nvPr>
            <p:ph idx="5" type="subTitle"/>
          </p:nvPr>
        </p:nvSpPr>
        <p:spPr>
          <a:xfrm>
            <a:off x="3470875" y="3346802"/>
            <a:ext cx="2205600" cy="85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1600"/>
              </a:spcBef>
              <a:spcAft>
                <a:spcPts val="0"/>
              </a:spcAft>
              <a:buNone/>
              <a:defRPr sz="1400"/>
            </a:lvl2pPr>
            <a:lvl3pPr lvl="2" rtl="0">
              <a:lnSpc>
                <a:spcPct val="100000"/>
              </a:lnSpc>
              <a:spcBef>
                <a:spcPts val="1600"/>
              </a:spcBef>
              <a:spcAft>
                <a:spcPts val="0"/>
              </a:spcAft>
              <a:buNone/>
              <a:defRPr sz="1400"/>
            </a:lvl3pPr>
            <a:lvl4pPr lvl="3" rtl="0">
              <a:lnSpc>
                <a:spcPct val="100000"/>
              </a:lnSpc>
              <a:spcBef>
                <a:spcPts val="1600"/>
              </a:spcBef>
              <a:spcAft>
                <a:spcPts val="0"/>
              </a:spcAft>
              <a:buNone/>
              <a:defRPr sz="1400"/>
            </a:lvl4pPr>
            <a:lvl5pPr lvl="4" rtl="0">
              <a:lnSpc>
                <a:spcPct val="100000"/>
              </a:lnSpc>
              <a:spcBef>
                <a:spcPts val="1600"/>
              </a:spcBef>
              <a:spcAft>
                <a:spcPts val="0"/>
              </a:spcAft>
              <a:buNone/>
              <a:defRPr sz="1400"/>
            </a:lvl5pPr>
            <a:lvl6pPr lvl="5" rtl="0">
              <a:lnSpc>
                <a:spcPct val="100000"/>
              </a:lnSpc>
              <a:spcBef>
                <a:spcPts val="1600"/>
              </a:spcBef>
              <a:spcAft>
                <a:spcPts val="0"/>
              </a:spcAft>
              <a:buNone/>
              <a:defRPr sz="1400"/>
            </a:lvl6pPr>
            <a:lvl7pPr lvl="6" rtl="0">
              <a:lnSpc>
                <a:spcPct val="100000"/>
              </a:lnSpc>
              <a:spcBef>
                <a:spcPts val="1600"/>
              </a:spcBef>
              <a:spcAft>
                <a:spcPts val="0"/>
              </a:spcAft>
              <a:buNone/>
              <a:defRPr sz="1400"/>
            </a:lvl7pPr>
            <a:lvl8pPr lvl="7" rtl="0">
              <a:lnSpc>
                <a:spcPct val="100000"/>
              </a:lnSpc>
              <a:spcBef>
                <a:spcPts val="1600"/>
              </a:spcBef>
              <a:spcAft>
                <a:spcPts val="0"/>
              </a:spcAft>
              <a:buNone/>
              <a:defRPr sz="1400"/>
            </a:lvl8pPr>
            <a:lvl9pPr lvl="8" rtl="0">
              <a:lnSpc>
                <a:spcPct val="100000"/>
              </a:lnSpc>
              <a:spcBef>
                <a:spcPts val="1600"/>
              </a:spcBef>
              <a:spcAft>
                <a:spcPts val="1600"/>
              </a:spcAft>
              <a:buNone/>
              <a:defRPr sz="1400"/>
            </a:lvl9pPr>
          </a:lstStyle>
          <a:p/>
        </p:txBody>
      </p:sp>
      <p:sp>
        <p:nvSpPr>
          <p:cNvPr id="64" name="Google Shape;64;p13"/>
          <p:cNvSpPr txBox="1"/>
          <p:nvPr>
            <p:ph hasCustomPrompt="1" idx="6" type="title"/>
          </p:nvPr>
        </p:nvSpPr>
        <p:spPr>
          <a:xfrm>
            <a:off x="6363576" y="2130720"/>
            <a:ext cx="885900" cy="7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4800"/>
              <a:buNone/>
              <a:defRPr sz="4800">
                <a:solidFill>
                  <a:schemeClr val="lt2"/>
                </a:solidFill>
              </a:defRPr>
            </a:lvl1pPr>
            <a:lvl2pPr lvl="1" rtl="0" algn="ctr">
              <a:lnSpc>
                <a:spcPct val="100000"/>
              </a:lnSpc>
              <a:spcBef>
                <a:spcPts val="0"/>
              </a:spcBef>
              <a:spcAft>
                <a:spcPts val="0"/>
              </a:spcAft>
              <a:buClr>
                <a:schemeClr val="lt2"/>
              </a:buClr>
              <a:buSzPts val="4800"/>
              <a:buNone/>
              <a:defRPr sz="4800">
                <a:solidFill>
                  <a:schemeClr val="lt2"/>
                </a:solidFill>
              </a:defRPr>
            </a:lvl2pPr>
            <a:lvl3pPr lvl="2" rtl="0" algn="ctr">
              <a:lnSpc>
                <a:spcPct val="100000"/>
              </a:lnSpc>
              <a:spcBef>
                <a:spcPts val="0"/>
              </a:spcBef>
              <a:spcAft>
                <a:spcPts val="0"/>
              </a:spcAft>
              <a:buClr>
                <a:schemeClr val="lt2"/>
              </a:buClr>
              <a:buSzPts val="4800"/>
              <a:buNone/>
              <a:defRPr sz="4800">
                <a:solidFill>
                  <a:schemeClr val="lt2"/>
                </a:solidFill>
              </a:defRPr>
            </a:lvl3pPr>
            <a:lvl4pPr lvl="3" rtl="0" algn="ctr">
              <a:lnSpc>
                <a:spcPct val="100000"/>
              </a:lnSpc>
              <a:spcBef>
                <a:spcPts val="0"/>
              </a:spcBef>
              <a:spcAft>
                <a:spcPts val="0"/>
              </a:spcAft>
              <a:buClr>
                <a:schemeClr val="lt2"/>
              </a:buClr>
              <a:buSzPts val="4800"/>
              <a:buNone/>
              <a:defRPr sz="4800">
                <a:solidFill>
                  <a:schemeClr val="lt2"/>
                </a:solidFill>
              </a:defRPr>
            </a:lvl4pPr>
            <a:lvl5pPr lvl="4" rtl="0" algn="ctr">
              <a:lnSpc>
                <a:spcPct val="100000"/>
              </a:lnSpc>
              <a:spcBef>
                <a:spcPts val="0"/>
              </a:spcBef>
              <a:spcAft>
                <a:spcPts val="0"/>
              </a:spcAft>
              <a:buClr>
                <a:schemeClr val="lt2"/>
              </a:buClr>
              <a:buSzPts val="4800"/>
              <a:buNone/>
              <a:defRPr sz="4800">
                <a:solidFill>
                  <a:schemeClr val="lt2"/>
                </a:solidFill>
              </a:defRPr>
            </a:lvl5pPr>
            <a:lvl6pPr lvl="5" rtl="0" algn="ctr">
              <a:lnSpc>
                <a:spcPct val="100000"/>
              </a:lnSpc>
              <a:spcBef>
                <a:spcPts val="0"/>
              </a:spcBef>
              <a:spcAft>
                <a:spcPts val="0"/>
              </a:spcAft>
              <a:buClr>
                <a:schemeClr val="lt2"/>
              </a:buClr>
              <a:buSzPts val="4800"/>
              <a:buNone/>
              <a:defRPr sz="4800">
                <a:solidFill>
                  <a:schemeClr val="lt2"/>
                </a:solidFill>
              </a:defRPr>
            </a:lvl6pPr>
            <a:lvl7pPr lvl="6" rtl="0" algn="ctr">
              <a:lnSpc>
                <a:spcPct val="100000"/>
              </a:lnSpc>
              <a:spcBef>
                <a:spcPts val="0"/>
              </a:spcBef>
              <a:spcAft>
                <a:spcPts val="0"/>
              </a:spcAft>
              <a:buClr>
                <a:schemeClr val="lt2"/>
              </a:buClr>
              <a:buSzPts val="4800"/>
              <a:buNone/>
              <a:defRPr sz="4800">
                <a:solidFill>
                  <a:schemeClr val="lt2"/>
                </a:solidFill>
              </a:defRPr>
            </a:lvl7pPr>
            <a:lvl8pPr lvl="7" rtl="0" algn="ctr">
              <a:lnSpc>
                <a:spcPct val="100000"/>
              </a:lnSpc>
              <a:spcBef>
                <a:spcPts val="0"/>
              </a:spcBef>
              <a:spcAft>
                <a:spcPts val="0"/>
              </a:spcAft>
              <a:buClr>
                <a:schemeClr val="lt2"/>
              </a:buClr>
              <a:buSzPts val="4800"/>
              <a:buNone/>
              <a:defRPr sz="4800">
                <a:solidFill>
                  <a:schemeClr val="lt2"/>
                </a:solidFill>
              </a:defRPr>
            </a:lvl8pPr>
            <a:lvl9pPr lvl="8" rtl="0" algn="ctr">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65" name="Google Shape;65;p13"/>
          <p:cNvSpPr txBox="1"/>
          <p:nvPr>
            <p:ph idx="7" type="subTitle"/>
          </p:nvPr>
        </p:nvSpPr>
        <p:spPr>
          <a:xfrm>
            <a:off x="6217849" y="2995276"/>
            <a:ext cx="2205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1600"/>
              </a:spcBef>
              <a:spcAft>
                <a:spcPts val="0"/>
              </a:spcAft>
              <a:buNone/>
              <a:defRPr>
                <a:latin typeface="Poppins Black"/>
                <a:ea typeface="Poppins Black"/>
                <a:cs typeface="Poppins Black"/>
                <a:sym typeface="Poppins Black"/>
              </a:defRPr>
            </a:lvl2pPr>
            <a:lvl3pPr lvl="2" rtl="0">
              <a:lnSpc>
                <a:spcPct val="100000"/>
              </a:lnSpc>
              <a:spcBef>
                <a:spcPts val="1600"/>
              </a:spcBef>
              <a:spcAft>
                <a:spcPts val="0"/>
              </a:spcAft>
              <a:buNone/>
              <a:defRPr>
                <a:latin typeface="Poppins Black"/>
                <a:ea typeface="Poppins Black"/>
                <a:cs typeface="Poppins Black"/>
                <a:sym typeface="Poppins Black"/>
              </a:defRPr>
            </a:lvl3pPr>
            <a:lvl4pPr lvl="3" rtl="0">
              <a:lnSpc>
                <a:spcPct val="100000"/>
              </a:lnSpc>
              <a:spcBef>
                <a:spcPts val="1600"/>
              </a:spcBef>
              <a:spcAft>
                <a:spcPts val="0"/>
              </a:spcAft>
              <a:buNone/>
              <a:defRPr>
                <a:latin typeface="Poppins Black"/>
                <a:ea typeface="Poppins Black"/>
                <a:cs typeface="Poppins Black"/>
                <a:sym typeface="Poppins Black"/>
              </a:defRPr>
            </a:lvl4pPr>
            <a:lvl5pPr lvl="4" rtl="0">
              <a:lnSpc>
                <a:spcPct val="100000"/>
              </a:lnSpc>
              <a:spcBef>
                <a:spcPts val="1600"/>
              </a:spcBef>
              <a:spcAft>
                <a:spcPts val="0"/>
              </a:spcAft>
              <a:buNone/>
              <a:defRPr>
                <a:latin typeface="Poppins Black"/>
                <a:ea typeface="Poppins Black"/>
                <a:cs typeface="Poppins Black"/>
                <a:sym typeface="Poppins Black"/>
              </a:defRPr>
            </a:lvl5pPr>
            <a:lvl6pPr lvl="5" rtl="0">
              <a:lnSpc>
                <a:spcPct val="100000"/>
              </a:lnSpc>
              <a:spcBef>
                <a:spcPts val="1600"/>
              </a:spcBef>
              <a:spcAft>
                <a:spcPts val="0"/>
              </a:spcAft>
              <a:buNone/>
              <a:defRPr>
                <a:latin typeface="Poppins Black"/>
                <a:ea typeface="Poppins Black"/>
                <a:cs typeface="Poppins Black"/>
                <a:sym typeface="Poppins Black"/>
              </a:defRPr>
            </a:lvl6pPr>
            <a:lvl7pPr lvl="6" rtl="0">
              <a:lnSpc>
                <a:spcPct val="100000"/>
              </a:lnSpc>
              <a:spcBef>
                <a:spcPts val="1600"/>
              </a:spcBef>
              <a:spcAft>
                <a:spcPts val="0"/>
              </a:spcAft>
              <a:buNone/>
              <a:defRPr>
                <a:latin typeface="Poppins Black"/>
                <a:ea typeface="Poppins Black"/>
                <a:cs typeface="Poppins Black"/>
                <a:sym typeface="Poppins Black"/>
              </a:defRPr>
            </a:lvl7pPr>
            <a:lvl8pPr lvl="7" rtl="0">
              <a:lnSpc>
                <a:spcPct val="100000"/>
              </a:lnSpc>
              <a:spcBef>
                <a:spcPts val="1600"/>
              </a:spcBef>
              <a:spcAft>
                <a:spcPts val="0"/>
              </a:spcAft>
              <a:buNone/>
              <a:defRPr>
                <a:latin typeface="Poppins Black"/>
                <a:ea typeface="Poppins Black"/>
                <a:cs typeface="Poppins Black"/>
                <a:sym typeface="Poppins Black"/>
              </a:defRPr>
            </a:lvl8pPr>
            <a:lvl9pPr lvl="8" rtl="0">
              <a:lnSpc>
                <a:spcPct val="100000"/>
              </a:lnSpc>
              <a:spcBef>
                <a:spcPts val="1600"/>
              </a:spcBef>
              <a:spcAft>
                <a:spcPts val="1600"/>
              </a:spcAft>
              <a:buNone/>
              <a:defRPr>
                <a:latin typeface="Poppins Black"/>
                <a:ea typeface="Poppins Black"/>
                <a:cs typeface="Poppins Black"/>
                <a:sym typeface="Poppins Black"/>
              </a:defRPr>
            </a:lvl9pPr>
          </a:lstStyle>
          <a:p/>
        </p:txBody>
      </p:sp>
      <p:sp>
        <p:nvSpPr>
          <p:cNvPr id="66" name="Google Shape;66;p13"/>
          <p:cNvSpPr txBox="1"/>
          <p:nvPr>
            <p:ph idx="8" type="subTitle"/>
          </p:nvPr>
        </p:nvSpPr>
        <p:spPr>
          <a:xfrm>
            <a:off x="6217850" y="3346802"/>
            <a:ext cx="2205600" cy="85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1600"/>
              </a:spcBef>
              <a:spcAft>
                <a:spcPts val="0"/>
              </a:spcAft>
              <a:buNone/>
              <a:defRPr sz="1400"/>
            </a:lvl2pPr>
            <a:lvl3pPr lvl="2" rtl="0">
              <a:lnSpc>
                <a:spcPct val="100000"/>
              </a:lnSpc>
              <a:spcBef>
                <a:spcPts val="1600"/>
              </a:spcBef>
              <a:spcAft>
                <a:spcPts val="0"/>
              </a:spcAft>
              <a:buNone/>
              <a:defRPr sz="1400"/>
            </a:lvl3pPr>
            <a:lvl4pPr lvl="3" rtl="0">
              <a:lnSpc>
                <a:spcPct val="100000"/>
              </a:lnSpc>
              <a:spcBef>
                <a:spcPts val="1600"/>
              </a:spcBef>
              <a:spcAft>
                <a:spcPts val="0"/>
              </a:spcAft>
              <a:buNone/>
              <a:defRPr sz="1400"/>
            </a:lvl4pPr>
            <a:lvl5pPr lvl="4" rtl="0">
              <a:lnSpc>
                <a:spcPct val="100000"/>
              </a:lnSpc>
              <a:spcBef>
                <a:spcPts val="1600"/>
              </a:spcBef>
              <a:spcAft>
                <a:spcPts val="0"/>
              </a:spcAft>
              <a:buNone/>
              <a:defRPr sz="1400"/>
            </a:lvl5pPr>
            <a:lvl6pPr lvl="5" rtl="0">
              <a:lnSpc>
                <a:spcPct val="100000"/>
              </a:lnSpc>
              <a:spcBef>
                <a:spcPts val="1600"/>
              </a:spcBef>
              <a:spcAft>
                <a:spcPts val="0"/>
              </a:spcAft>
              <a:buNone/>
              <a:defRPr sz="1400"/>
            </a:lvl6pPr>
            <a:lvl7pPr lvl="6" rtl="0">
              <a:lnSpc>
                <a:spcPct val="100000"/>
              </a:lnSpc>
              <a:spcBef>
                <a:spcPts val="1600"/>
              </a:spcBef>
              <a:spcAft>
                <a:spcPts val="0"/>
              </a:spcAft>
              <a:buNone/>
              <a:defRPr sz="1400"/>
            </a:lvl7pPr>
            <a:lvl8pPr lvl="7" rtl="0">
              <a:lnSpc>
                <a:spcPct val="100000"/>
              </a:lnSpc>
              <a:spcBef>
                <a:spcPts val="1600"/>
              </a:spcBef>
              <a:spcAft>
                <a:spcPts val="0"/>
              </a:spcAft>
              <a:buNone/>
              <a:defRPr sz="1400"/>
            </a:lvl8pPr>
            <a:lvl9pPr lvl="8" rtl="0">
              <a:lnSpc>
                <a:spcPct val="100000"/>
              </a:lnSpc>
              <a:spcBef>
                <a:spcPts val="1600"/>
              </a:spcBef>
              <a:spcAft>
                <a:spcPts val="1600"/>
              </a:spcAft>
              <a:buNone/>
              <a:defRPr sz="1400"/>
            </a:lvl9pPr>
          </a:lstStyle>
          <a:p/>
        </p:txBody>
      </p:sp>
      <p:sp>
        <p:nvSpPr>
          <p:cNvPr id="67" name="Google Shape;67;p13"/>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txBox="1"/>
          <p:nvPr>
            <p:ph idx="9"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69" name="Google Shape;69;p13"/>
          <p:cNvSpPr/>
          <p:nvPr/>
        </p:nvSpPr>
        <p:spPr>
          <a:xfrm rot="-7205113">
            <a:off x="7466444" y="-1156119"/>
            <a:ext cx="4039941" cy="2967686"/>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70" name="Shape 70"/>
        <p:cNvGrpSpPr/>
        <p:nvPr/>
      </p:nvGrpSpPr>
      <p:grpSpPr>
        <a:xfrm>
          <a:off x="0" y="0"/>
          <a:ext cx="0" cy="0"/>
          <a:chOff x="0" y="0"/>
          <a:chExt cx="0" cy="0"/>
        </a:xfrm>
      </p:grpSpPr>
      <p:sp>
        <p:nvSpPr>
          <p:cNvPr id="71" name="Google Shape;71;p14"/>
          <p:cNvSpPr txBox="1"/>
          <p:nvPr>
            <p:ph idx="1" type="subTitle"/>
          </p:nvPr>
        </p:nvSpPr>
        <p:spPr>
          <a:xfrm>
            <a:off x="1759875" y="1833925"/>
            <a:ext cx="24372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1600"/>
              </a:spcBef>
              <a:spcAft>
                <a:spcPts val="0"/>
              </a:spcAft>
              <a:buNone/>
              <a:defRPr>
                <a:latin typeface="Poppins Black"/>
                <a:ea typeface="Poppins Black"/>
                <a:cs typeface="Poppins Black"/>
                <a:sym typeface="Poppins Black"/>
              </a:defRPr>
            </a:lvl2pPr>
            <a:lvl3pPr lvl="2" rtl="0">
              <a:lnSpc>
                <a:spcPct val="100000"/>
              </a:lnSpc>
              <a:spcBef>
                <a:spcPts val="1600"/>
              </a:spcBef>
              <a:spcAft>
                <a:spcPts val="0"/>
              </a:spcAft>
              <a:buNone/>
              <a:defRPr>
                <a:latin typeface="Poppins Black"/>
                <a:ea typeface="Poppins Black"/>
                <a:cs typeface="Poppins Black"/>
                <a:sym typeface="Poppins Black"/>
              </a:defRPr>
            </a:lvl3pPr>
            <a:lvl4pPr lvl="3" rtl="0">
              <a:lnSpc>
                <a:spcPct val="100000"/>
              </a:lnSpc>
              <a:spcBef>
                <a:spcPts val="1600"/>
              </a:spcBef>
              <a:spcAft>
                <a:spcPts val="0"/>
              </a:spcAft>
              <a:buNone/>
              <a:defRPr>
                <a:latin typeface="Poppins Black"/>
                <a:ea typeface="Poppins Black"/>
                <a:cs typeface="Poppins Black"/>
                <a:sym typeface="Poppins Black"/>
              </a:defRPr>
            </a:lvl4pPr>
            <a:lvl5pPr lvl="4" rtl="0">
              <a:lnSpc>
                <a:spcPct val="100000"/>
              </a:lnSpc>
              <a:spcBef>
                <a:spcPts val="1600"/>
              </a:spcBef>
              <a:spcAft>
                <a:spcPts val="0"/>
              </a:spcAft>
              <a:buNone/>
              <a:defRPr>
                <a:latin typeface="Poppins Black"/>
                <a:ea typeface="Poppins Black"/>
                <a:cs typeface="Poppins Black"/>
                <a:sym typeface="Poppins Black"/>
              </a:defRPr>
            </a:lvl5pPr>
            <a:lvl6pPr lvl="5" rtl="0">
              <a:lnSpc>
                <a:spcPct val="100000"/>
              </a:lnSpc>
              <a:spcBef>
                <a:spcPts val="1600"/>
              </a:spcBef>
              <a:spcAft>
                <a:spcPts val="0"/>
              </a:spcAft>
              <a:buNone/>
              <a:defRPr>
                <a:latin typeface="Poppins Black"/>
                <a:ea typeface="Poppins Black"/>
                <a:cs typeface="Poppins Black"/>
                <a:sym typeface="Poppins Black"/>
              </a:defRPr>
            </a:lvl6pPr>
            <a:lvl7pPr lvl="6" rtl="0">
              <a:lnSpc>
                <a:spcPct val="100000"/>
              </a:lnSpc>
              <a:spcBef>
                <a:spcPts val="1600"/>
              </a:spcBef>
              <a:spcAft>
                <a:spcPts val="0"/>
              </a:spcAft>
              <a:buNone/>
              <a:defRPr>
                <a:latin typeface="Poppins Black"/>
                <a:ea typeface="Poppins Black"/>
                <a:cs typeface="Poppins Black"/>
                <a:sym typeface="Poppins Black"/>
              </a:defRPr>
            </a:lvl7pPr>
            <a:lvl8pPr lvl="7" rtl="0">
              <a:lnSpc>
                <a:spcPct val="100000"/>
              </a:lnSpc>
              <a:spcBef>
                <a:spcPts val="1600"/>
              </a:spcBef>
              <a:spcAft>
                <a:spcPts val="0"/>
              </a:spcAft>
              <a:buNone/>
              <a:defRPr>
                <a:latin typeface="Poppins Black"/>
                <a:ea typeface="Poppins Black"/>
                <a:cs typeface="Poppins Black"/>
                <a:sym typeface="Poppins Black"/>
              </a:defRPr>
            </a:lvl8pPr>
            <a:lvl9pPr lvl="8" rtl="0">
              <a:lnSpc>
                <a:spcPct val="100000"/>
              </a:lnSpc>
              <a:spcBef>
                <a:spcPts val="1600"/>
              </a:spcBef>
              <a:spcAft>
                <a:spcPts val="1600"/>
              </a:spcAft>
              <a:buNone/>
              <a:defRPr>
                <a:latin typeface="Poppins Black"/>
                <a:ea typeface="Poppins Black"/>
                <a:cs typeface="Poppins Black"/>
                <a:sym typeface="Poppins Black"/>
              </a:defRPr>
            </a:lvl9pPr>
          </a:lstStyle>
          <a:p/>
        </p:txBody>
      </p:sp>
      <p:sp>
        <p:nvSpPr>
          <p:cNvPr id="72" name="Google Shape;72;p14"/>
          <p:cNvSpPr txBox="1"/>
          <p:nvPr>
            <p:ph idx="2" type="subTitle"/>
          </p:nvPr>
        </p:nvSpPr>
        <p:spPr>
          <a:xfrm>
            <a:off x="1759875" y="2185449"/>
            <a:ext cx="24372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73" name="Google Shape;73;p14"/>
          <p:cNvSpPr txBox="1"/>
          <p:nvPr>
            <p:ph idx="3" type="subTitle"/>
          </p:nvPr>
        </p:nvSpPr>
        <p:spPr>
          <a:xfrm>
            <a:off x="1759875" y="3213476"/>
            <a:ext cx="24372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74" name="Google Shape;74;p14"/>
          <p:cNvSpPr txBox="1"/>
          <p:nvPr>
            <p:ph idx="4" type="subTitle"/>
          </p:nvPr>
        </p:nvSpPr>
        <p:spPr>
          <a:xfrm>
            <a:off x="1759875" y="3565000"/>
            <a:ext cx="24372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75" name="Google Shape;75;p14"/>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77" name="Google Shape;77;p14"/>
          <p:cNvSpPr/>
          <p:nvPr/>
        </p:nvSpPr>
        <p:spPr>
          <a:xfrm rot="-1511913">
            <a:off x="6565550" y="3932284"/>
            <a:ext cx="4039901" cy="2967657"/>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txBox="1"/>
          <p:nvPr>
            <p:ph idx="5" type="subTitle"/>
          </p:nvPr>
        </p:nvSpPr>
        <p:spPr>
          <a:xfrm>
            <a:off x="5742675" y="1833925"/>
            <a:ext cx="24372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79" name="Google Shape;79;p14"/>
          <p:cNvSpPr txBox="1"/>
          <p:nvPr>
            <p:ph idx="6" type="subTitle"/>
          </p:nvPr>
        </p:nvSpPr>
        <p:spPr>
          <a:xfrm>
            <a:off x="5742675" y="2185449"/>
            <a:ext cx="24372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80" name="Google Shape;80;p14"/>
          <p:cNvSpPr txBox="1"/>
          <p:nvPr>
            <p:ph idx="7" type="subTitle"/>
          </p:nvPr>
        </p:nvSpPr>
        <p:spPr>
          <a:xfrm>
            <a:off x="5742675" y="3213476"/>
            <a:ext cx="24372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81" name="Google Shape;81;p14"/>
          <p:cNvSpPr txBox="1"/>
          <p:nvPr>
            <p:ph idx="8" type="subTitle"/>
          </p:nvPr>
        </p:nvSpPr>
        <p:spPr>
          <a:xfrm>
            <a:off x="5742675" y="3565000"/>
            <a:ext cx="24372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
    <p:spTree>
      <p:nvGrpSpPr>
        <p:cNvPr id="82" name="Shape 82"/>
        <p:cNvGrpSpPr/>
        <p:nvPr/>
      </p:nvGrpSpPr>
      <p:grpSpPr>
        <a:xfrm>
          <a:off x="0" y="0"/>
          <a:ext cx="0" cy="0"/>
          <a:chOff x="0" y="0"/>
          <a:chExt cx="0" cy="0"/>
        </a:xfrm>
      </p:grpSpPr>
      <p:sp>
        <p:nvSpPr>
          <p:cNvPr id="83" name="Google Shape;83;p15"/>
          <p:cNvSpPr txBox="1"/>
          <p:nvPr>
            <p:ph idx="1" type="body"/>
          </p:nvPr>
        </p:nvSpPr>
        <p:spPr>
          <a:xfrm>
            <a:off x="720000" y="1509750"/>
            <a:ext cx="3852000" cy="3019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4" name="Google Shape;84;p15"/>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86" name="Google Shape;86;p15"/>
          <p:cNvSpPr/>
          <p:nvPr/>
        </p:nvSpPr>
        <p:spPr>
          <a:xfrm flipH="1" rot="-8581717">
            <a:off x="6085519" y="-1496329"/>
            <a:ext cx="4402909" cy="323431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ph idx="2" type="body"/>
          </p:nvPr>
        </p:nvSpPr>
        <p:spPr>
          <a:xfrm>
            <a:off x="4572000" y="1509750"/>
            <a:ext cx="3852000" cy="3019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3">
    <p:spTree>
      <p:nvGrpSpPr>
        <p:cNvPr id="88" name="Shape 88"/>
        <p:cNvGrpSpPr/>
        <p:nvPr/>
      </p:nvGrpSpPr>
      <p:grpSpPr>
        <a:xfrm>
          <a:off x="0" y="0"/>
          <a:ext cx="0" cy="0"/>
          <a:chOff x="0" y="0"/>
          <a:chExt cx="0" cy="0"/>
        </a:xfrm>
      </p:grpSpPr>
      <p:sp>
        <p:nvSpPr>
          <p:cNvPr id="89" name="Google Shape;89;p16"/>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91" name="Google Shape;91;p16"/>
          <p:cNvSpPr/>
          <p:nvPr/>
        </p:nvSpPr>
        <p:spPr>
          <a:xfrm rot="5779024">
            <a:off x="6674180" y="-1814790"/>
            <a:ext cx="4039660" cy="2967480"/>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rot="4073489">
            <a:off x="-2214151" y="3333524"/>
            <a:ext cx="4039961" cy="2967701"/>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
    <p:spTree>
      <p:nvGrpSpPr>
        <p:cNvPr id="93" name="Shape 93"/>
        <p:cNvGrpSpPr/>
        <p:nvPr/>
      </p:nvGrpSpPr>
      <p:grpSpPr>
        <a:xfrm>
          <a:off x="0" y="0"/>
          <a:ext cx="0" cy="0"/>
          <a:chOff x="0" y="0"/>
          <a:chExt cx="0" cy="0"/>
        </a:xfrm>
      </p:grpSpPr>
      <p:sp>
        <p:nvSpPr>
          <p:cNvPr id="94" name="Google Shape;94;p17"/>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96" name="Google Shape;96;p17"/>
          <p:cNvSpPr/>
          <p:nvPr/>
        </p:nvSpPr>
        <p:spPr>
          <a:xfrm rot="-5923251">
            <a:off x="7241910" y="-943961"/>
            <a:ext cx="4040262" cy="2967923"/>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txBox="1"/>
          <p:nvPr>
            <p:ph idx="1" type="subTitle"/>
          </p:nvPr>
        </p:nvSpPr>
        <p:spPr>
          <a:xfrm>
            <a:off x="723900" y="1833925"/>
            <a:ext cx="22056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98" name="Google Shape;98;p17"/>
          <p:cNvSpPr txBox="1"/>
          <p:nvPr>
            <p:ph idx="2" type="subTitle"/>
          </p:nvPr>
        </p:nvSpPr>
        <p:spPr>
          <a:xfrm>
            <a:off x="723900" y="2185450"/>
            <a:ext cx="22056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99" name="Google Shape;99;p17"/>
          <p:cNvSpPr txBox="1"/>
          <p:nvPr>
            <p:ph idx="3" type="subTitle"/>
          </p:nvPr>
        </p:nvSpPr>
        <p:spPr>
          <a:xfrm>
            <a:off x="3470874" y="1833925"/>
            <a:ext cx="22056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00" name="Google Shape;100;p17"/>
          <p:cNvSpPr txBox="1"/>
          <p:nvPr>
            <p:ph idx="4" type="subTitle"/>
          </p:nvPr>
        </p:nvSpPr>
        <p:spPr>
          <a:xfrm>
            <a:off x="3470875" y="2185450"/>
            <a:ext cx="22056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01" name="Google Shape;101;p17"/>
          <p:cNvSpPr txBox="1"/>
          <p:nvPr>
            <p:ph idx="5" type="subTitle"/>
          </p:nvPr>
        </p:nvSpPr>
        <p:spPr>
          <a:xfrm>
            <a:off x="6217849" y="1833925"/>
            <a:ext cx="22056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02" name="Google Shape;102;p17"/>
          <p:cNvSpPr txBox="1"/>
          <p:nvPr>
            <p:ph idx="6" type="subTitle"/>
          </p:nvPr>
        </p:nvSpPr>
        <p:spPr>
          <a:xfrm>
            <a:off x="6217850" y="2185450"/>
            <a:ext cx="22056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03" name="Google Shape;103;p17"/>
          <p:cNvSpPr txBox="1"/>
          <p:nvPr>
            <p:ph idx="7" type="subTitle"/>
          </p:nvPr>
        </p:nvSpPr>
        <p:spPr>
          <a:xfrm>
            <a:off x="722225" y="3213476"/>
            <a:ext cx="22056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04" name="Google Shape;104;p17"/>
          <p:cNvSpPr txBox="1"/>
          <p:nvPr>
            <p:ph idx="8" type="subTitle"/>
          </p:nvPr>
        </p:nvSpPr>
        <p:spPr>
          <a:xfrm>
            <a:off x="722225" y="3565000"/>
            <a:ext cx="22056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05" name="Google Shape;105;p17"/>
          <p:cNvSpPr txBox="1"/>
          <p:nvPr>
            <p:ph idx="9" type="subTitle"/>
          </p:nvPr>
        </p:nvSpPr>
        <p:spPr>
          <a:xfrm>
            <a:off x="3469199" y="3213476"/>
            <a:ext cx="22056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06" name="Google Shape;106;p17"/>
          <p:cNvSpPr txBox="1"/>
          <p:nvPr>
            <p:ph idx="13" type="subTitle"/>
          </p:nvPr>
        </p:nvSpPr>
        <p:spPr>
          <a:xfrm>
            <a:off x="3469200" y="3565000"/>
            <a:ext cx="22056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07" name="Google Shape;107;p17"/>
          <p:cNvSpPr txBox="1"/>
          <p:nvPr>
            <p:ph idx="14" type="subTitle"/>
          </p:nvPr>
        </p:nvSpPr>
        <p:spPr>
          <a:xfrm>
            <a:off x="6216174" y="3213476"/>
            <a:ext cx="22056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08" name="Google Shape;108;p17"/>
          <p:cNvSpPr txBox="1"/>
          <p:nvPr>
            <p:ph idx="15" type="subTitle"/>
          </p:nvPr>
        </p:nvSpPr>
        <p:spPr>
          <a:xfrm>
            <a:off x="6216175" y="3565000"/>
            <a:ext cx="22056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09" name="Google Shape;109;p17"/>
          <p:cNvSpPr/>
          <p:nvPr/>
        </p:nvSpPr>
        <p:spPr>
          <a:xfrm rot="-8371819">
            <a:off x="-1873976" y="4404423"/>
            <a:ext cx="4040141" cy="2967834"/>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CUSTOM_13">
    <p:spTree>
      <p:nvGrpSpPr>
        <p:cNvPr id="110" name="Shape 110"/>
        <p:cNvGrpSpPr/>
        <p:nvPr/>
      </p:nvGrpSpPr>
      <p:grpSpPr>
        <a:xfrm>
          <a:off x="0" y="0"/>
          <a:ext cx="0" cy="0"/>
          <a:chOff x="0" y="0"/>
          <a:chExt cx="0" cy="0"/>
        </a:xfrm>
      </p:grpSpPr>
      <p:sp>
        <p:nvSpPr>
          <p:cNvPr id="111" name="Google Shape;111;p18"/>
          <p:cNvSpPr txBox="1"/>
          <p:nvPr>
            <p:ph idx="1" type="subTitle"/>
          </p:nvPr>
        </p:nvSpPr>
        <p:spPr>
          <a:xfrm>
            <a:off x="720000" y="2548727"/>
            <a:ext cx="3261300" cy="122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12" name="Google Shape;112;p18"/>
          <p:cNvSpPr txBox="1"/>
          <p:nvPr>
            <p:ph type="title"/>
          </p:nvPr>
        </p:nvSpPr>
        <p:spPr>
          <a:xfrm>
            <a:off x="720000" y="1360990"/>
            <a:ext cx="3261300" cy="1108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13" name="Google Shape;113;p18"/>
          <p:cNvSpPr/>
          <p:nvPr/>
        </p:nvSpPr>
        <p:spPr>
          <a:xfrm rot="-1956016">
            <a:off x="4873532" y="2411499"/>
            <a:ext cx="5697651" cy="418541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rot="8978585">
            <a:off x="-1778153" y="-1236583"/>
            <a:ext cx="4040147" cy="296783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2">
    <p:spTree>
      <p:nvGrpSpPr>
        <p:cNvPr id="115" name="Shape 115"/>
        <p:cNvGrpSpPr/>
        <p:nvPr/>
      </p:nvGrpSpPr>
      <p:grpSpPr>
        <a:xfrm>
          <a:off x="0" y="0"/>
          <a:ext cx="0" cy="0"/>
          <a:chOff x="0" y="0"/>
          <a:chExt cx="0" cy="0"/>
        </a:xfrm>
      </p:grpSpPr>
      <p:sp>
        <p:nvSpPr>
          <p:cNvPr id="116" name="Google Shape;116;p19"/>
          <p:cNvSpPr txBox="1"/>
          <p:nvPr>
            <p:ph type="title"/>
          </p:nvPr>
        </p:nvSpPr>
        <p:spPr>
          <a:xfrm>
            <a:off x="4769400" y="1432250"/>
            <a:ext cx="3654600" cy="972900"/>
          </a:xfrm>
          <a:prstGeom prst="rect">
            <a:avLst/>
          </a:prstGeom>
        </p:spPr>
        <p:txBody>
          <a:bodyPr anchorCtr="0" anchor="ctr" bIns="91425" lIns="91425" spcFirstLastPara="1" rIns="91425" wrap="square" tIns="91425">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p:txBody>
      </p:sp>
      <p:sp>
        <p:nvSpPr>
          <p:cNvPr id="117" name="Google Shape;117;p19"/>
          <p:cNvSpPr txBox="1"/>
          <p:nvPr/>
        </p:nvSpPr>
        <p:spPr>
          <a:xfrm>
            <a:off x="4769400" y="3515998"/>
            <a:ext cx="3654600" cy="90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CREDITS: This presentation template was created by </a:t>
            </a:r>
            <a:r>
              <a:rPr b="1" lang="en" sz="1200">
                <a:solidFill>
                  <a:schemeClr val="dk1"/>
                </a:solidFill>
                <a:uFill>
                  <a:noFill/>
                </a:uFill>
                <a:latin typeface="Poppins"/>
                <a:ea typeface="Poppins"/>
                <a:cs typeface="Poppins"/>
                <a:sym typeface="Poppins"/>
                <a:hlinkClick r:id="rId2">
                  <a:extLst>
                    <a:ext uri="{A12FA001-AC4F-418D-AE19-62706E023703}">
                      <ahyp:hlinkClr val="tx"/>
                    </a:ext>
                  </a:extLst>
                </a:hlinkClick>
              </a:rPr>
              <a:t>Slidesgo</a:t>
            </a:r>
            <a:r>
              <a:rPr lang="en" sz="1200">
                <a:solidFill>
                  <a:schemeClr val="dk1"/>
                </a:solidFill>
                <a:latin typeface="Poppins"/>
                <a:ea typeface="Poppins"/>
                <a:cs typeface="Poppins"/>
                <a:sym typeface="Poppins"/>
              </a:rPr>
              <a:t>, including icons by </a:t>
            </a:r>
            <a:r>
              <a:rPr b="1" lang="en" sz="1200">
                <a:solidFill>
                  <a:schemeClr val="dk1"/>
                </a:solidFill>
                <a:uFill>
                  <a:noFill/>
                </a:uFill>
                <a:latin typeface="Poppins"/>
                <a:ea typeface="Poppins"/>
                <a:cs typeface="Poppins"/>
                <a:sym typeface="Poppins"/>
                <a:hlinkClick r:id="rId3">
                  <a:extLst>
                    <a:ext uri="{A12FA001-AC4F-418D-AE19-62706E023703}">
                      <ahyp:hlinkClr val="tx"/>
                    </a:ext>
                  </a:extLst>
                </a:hlinkClick>
              </a:rPr>
              <a:t>Flaticon</a:t>
            </a:r>
            <a:r>
              <a:rPr lang="en" sz="1200">
                <a:solidFill>
                  <a:schemeClr val="dk1"/>
                </a:solidFill>
                <a:latin typeface="Poppins"/>
                <a:ea typeface="Poppins"/>
                <a:cs typeface="Poppins"/>
                <a:sym typeface="Poppins"/>
              </a:rPr>
              <a:t>, infographics &amp; images by </a:t>
            </a:r>
            <a:r>
              <a:rPr b="1" lang="en" sz="1200">
                <a:solidFill>
                  <a:schemeClr val="dk1"/>
                </a:solidFill>
                <a:uFill>
                  <a:noFill/>
                </a:uFill>
                <a:latin typeface="Poppins"/>
                <a:ea typeface="Poppins"/>
                <a:cs typeface="Poppins"/>
                <a:sym typeface="Poppins"/>
                <a:hlinkClick r:id="rId4">
                  <a:extLst>
                    <a:ext uri="{A12FA001-AC4F-418D-AE19-62706E023703}">
                      <ahyp:hlinkClr val="tx"/>
                    </a:ext>
                  </a:extLst>
                </a:hlinkClick>
              </a:rPr>
              <a:t>Freepik</a:t>
            </a:r>
            <a:r>
              <a:rPr lang="en" sz="1200">
                <a:solidFill>
                  <a:schemeClr val="dk1"/>
                </a:solidFill>
                <a:latin typeface="Poppins"/>
                <a:ea typeface="Poppins"/>
                <a:cs typeface="Poppins"/>
                <a:sym typeface="Poppins"/>
              </a:rPr>
              <a:t> and illustrations by </a:t>
            </a:r>
            <a:r>
              <a:rPr b="1" lang="en" sz="1200">
                <a:solidFill>
                  <a:schemeClr val="dk1"/>
                </a:solidFill>
                <a:uFill>
                  <a:noFill/>
                </a:uFill>
                <a:latin typeface="Poppins"/>
                <a:ea typeface="Poppins"/>
                <a:cs typeface="Poppins"/>
                <a:sym typeface="Poppins"/>
                <a:hlinkClick r:id="rId5">
                  <a:extLst>
                    <a:ext uri="{A12FA001-AC4F-418D-AE19-62706E023703}">
                      <ahyp:hlinkClr val="tx"/>
                    </a:ext>
                  </a:extLst>
                </a:hlinkClick>
              </a:rPr>
              <a:t>Stories</a:t>
            </a:r>
            <a:endParaRPr b="1" sz="1200">
              <a:solidFill>
                <a:schemeClr val="dk1"/>
              </a:solidFill>
              <a:latin typeface="Poppins"/>
              <a:ea typeface="Poppins"/>
              <a:cs typeface="Poppins"/>
              <a:sym typeface="Poppins"/>
            </a:endParaRPr>
          </a:p>
        </p:txBody>
      </p:sp>
      <p:sp>
        <p:nvSpPr>
          <p:cNvPr id="118" name="Google Shape;118;p19"/>
          <p:cNvSpPr txBox="1"/>
          <p:nvPr>
            <p:ph idx="1" type="subTitle"/>
          </p:nvPr>
        </p:nvSpPr>
        <p:spPr>
          <a:xfrm>
            <a:off x="4769400" y="2380376"/>
            <a:ext cx="3654600" cy="101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9">
    <p:spTree>
      <p:nvGrpSpPr>
        <p:cNvPr id="119" name="Shape 119"/>
        <p:cNvGrpSpPr/>
        <p:nvPr/>
      </p:nvGrpSpPr>
      <p:grpSpPr>
        <a:xfrm>
          <a:off x="0" y="0"/>
          <a:ext cx="0" cy="0"/>
          <a:chOff x="0" y="0"/>
          <a:chExt cx="0" cy="0"/>
        </a:xfrm>
      </p:grpSpPr>
      <p:sp>
        <p:nvSpPr>
          <p:cNvPr id="120" name="Google Shape;120;p20"/>
          <p:cNvSpPr/>
          <p:nvPr/>
        </p:nvSpPr>
        <p:spPr>
          <a:xfrm flipH="1" rot="-9843763">
            <a:off x="1210955" y="167965"/>
            <a:ext cx="7743762" cy="4660210"/>
          </a:xfrm>
          <a:custGeom>
            <a:rect b="b" l="l" r="r" t="t"/>
            <a:pathLst>
              <a:path extrusionOk="0" h="110474" w="159514">
                <a:moveTo>
                  <a:pt x="45147" y="0"/>
                </a:moveTo>
                <a:cubicBezTo>
                  <a:pt x="37611" y="0"/>
                  <a:pt x="30146" y="3378"/>
                  <a:pt x="22816" y="12595"/>
                </a:cubicBezTo>
                <a:cubicBezTo>
                  <a:pt x="0" y="41316"/>
                  <a:pt x="46700" y="90351"/>
                  <a:pt x="69249" y="103327"/>
                </a:cubicBezTo>
                <a:cubicBezTo>
                  <a:pt x="77689" y="108192"/>
                  <a:pt x="87067" y="110473"/>
                  <a:pt x="96471" y="110473"/>
                </a:cubicBezTo>
                <a:cubicBezTo>
                  <a:pt x="119178" y="110473"/>
                  <a:pt x="142032" y="97169"/>
                  <a:pt x="152175" y="74807"/>
                </a:cubicBezTo>
                <a:cubicBezTo>
                  <a:pt x="159147" y="59396"/>
                  <a:pt x="159514" y="43484"/>
                  <a:pt x="150307" y="30075"/>
                </a:cubicBezTo>
                <a:cubicBezTo>
                  <a:pt x="143020" y="19415"/>
                  <a:pt x="138448" y="16065"/>
                  <a:pt x="134265" y="16065"/>
                </a:cubicBezTo>
                <a:cubicBezTo>
                  <a:pt x="128185" y="16065"/>
                  <a:pt x="122926" y="23142"/>
                  <a:pt x="111346" y="25138"/>
                </a:cubicBezTo>
                <a:cubicBezTo>
                  <a:pt x="110039" y="25364"/>
                  <a:pt x="108728" y="25470"/>
                  <a:pt x="107413" y="25470"/>
                </a:cubicBezTo>
                <a:cubicBezTo>
                  <a:pt x="87055" y="25470"/>
                  <a:pt x="65838" y="0"/>
                  <a:pt x="45147"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txBox="1"/>
          <p:nvPr>
            <p:ph type="title"/>
          </p:nvPr>
        </p:nvSpPr>
        <p:spPr>
          <a:xfrm flipH="1">
            <a:off x="4168650" y="1723650"/>
            <a:ext cx="3626700" cy="16962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5000"/>
              <a:buNone/>
              <a:defRPr sz="5000"/>
            </a:lvl1pPr>
            <a:lvl2pPr lvl="1" rtl="0" algn="r">
              <a:spcBef>
                <a:spcPts val="0"/>
              </a:spcBef>
              <a:spcAft>
                <a:spcPts val="0"/>
              </a:spcAft>
              <a:buSzPts val="7000"/>
              <a:buNone/>
              <a:defRPr sz="7000"/>
            </a:lvl2pPr>
            <a:lvl3pPr lvl="2" rtl="0" algn="r">
              <a:spcBef>
                <a:spcPts val="0"/>
              </a:spcBef>
              <a:spcAft>
                <a:spcPts val="0"/>
              </a:spcAft>
              <a:buSzPts val="7000"/>
              <a:buNone/>
              <a:defRPr sz="7000"/>
            </a:lvl3pPr>
            <a:lvl4pPr lvl="3" rtl="0" algn="r">
              <a:spcBef>
                <a:spcPts val="0"/>
              </a:spcBef>
              <a:spcAft>
                <a:spcPts val="0"/>
              </a:spcAft>
              <a:buSzPts val="7000"/>
              <a:buNone/>
              <a:defRPr sz="7000"/>
            </a:lvl4pPr>
            <a:lvl5pPr lvl="4" rtl="0" algn="r">
              <a:spcBef>
                <a:spcPts val="0"/>
              </a:spcBef>
              <a:spcAft>
                <a:spcPts val="0"/>
              </a:spcAft>
              <a:buSzPts val="7000"/>
              <a:buNone/>
              <a:defRPr sz="7000"/>
            </a:lvl5pPr>
            <a:lvl6pPr lvl="5" rtl="0" algn="r">
              <a:spcBef>
                <a:spcPts val="0"/>
              </a:spcBef>
              <a:spcAft>
                <a:spcPts val="0"/>
              </a:spcAft>
              <a:buSzPts val="7000"/>
              <a:buNone/>
              <a:defRPr sz="7000"/>
            </a:lvl6pPr>
            <a:lvl7pPr lvl="6" rtl="0" algn="r">
              <a:spcBef>
                <a:spcPts val="0"/>
              </a:spcBef>
              <a:spcAft>
                <a:spcPts val="0"/>
              </a:spcAft>
              <a:buSzPts val="7000"/>
              <a:buNone/>
              <a:defRPr sz="7000"/>
            </a:lvl7pPr>
            <a:lvl8pPr lvl="7" rtl="0" algn="r">
              <a:spcBef>
                <a:spcPts val="0"/>
              </a:spcBef>
              <a:spcAft>
                <a:spcPts val="0"/>
              </a:spcAft>
              <a:buSzPts val="7000"/>
              <a:buNone/>
              <a:defRPr sz="7000"/>
            </a:lvl8pPr>
            <a:lvl9pPr lvl="8" rtl="0" algn="r">
              <a:spcBef>
                <a:spcPts val="0"/>
              </a:spcBef>
              <a:spcAft>
                <a:spcPts val="0"/>
              </a:spcAft>
              <a:buSzPts val="7000"/>
              <a:buNone/>
              <a:defRPr sz="7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2">
    <p:spTree>
      <p:nvGrpSpPr>
        <p:cNvPr id="122" name="Shape 122"/>
        <p:cNvGrpSpPr/>
        <p:nvPr/>
      </p:nvGrpSpPr>
      <p:grpSpPr>
        <a:xfrm>
          <a:off x="0" y="0"/>
          <a:ext cx="0" cy="0"/>
          <a:chOff x="0" y="0"/>
          <a:chExt cx="0" cy="0"/>
        </a:xfrm>
      </p:grpSpPr>
      <p:sp>
        <p:nvSpPr>
          <p:cNvPr id="123" name="Google Shape;123;p21"/>
          <p:cNvSpPr txBox="1"/>
          <p:nvPr>
            <p:ph hasCustomPrompt="1" type="title"/>
          </p:nvPr>
        </p:nvSpPr>
        <p:spPr>
          <a:xfrm>
            <a:off x="764102" y="1967402"/>
            <a:ext cx="885900" cy="7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4800"/>
              <a:buNone/>
              <a:defRPr sz="4800">
                <a:solidFill>
                  <a:schemeClr val="lt2"/>
                </a:solidFill>
              </a:defRPr>
            </a:lvl1pPr>
            <a:lvl2pPr lvl="1" rtl="0" algn="ctr">
              <a:lnSpc>
                <a:spcPct val="100000"/>
              </a:lnSpc>
              <a:spcBef>
                <a:spcPts val="0"/>
              </a:spcBef>
              <a:spcAft>
                <a:spcPts val="0"/>
              </a:spcAft>
              <a:buClr>
                <a:schemeClr val="lt2"/>
              </a:buClr>
              <a:buSzPts val="4800"/>
              <a:buNone/>
              <a:defRPr sz="4800">
                <a:solidFill>
                  <a:schemeClr val="lt2"/>
                </a:solidFill>
              </a:defRPr>
            </a:lvl2pPr>
            <a:lvl3pPr lvl="2" rtl="0" algn="ctr">
              <a:lnSpc>
                <a:spcPct val="100000"/>
              </a:lnSpc>
              <a:spcBef>
                <a:spcPts val="0"/>
              </a:spcBef>
              <a:spcAft>
                <a:spcPts val="0"/>
              </a:spcAft>
              <a:buClr>
                <a:schemeClr val="lt2"/>
              </a:buClr>
              <a:buSzPts val="4800"/>
              <a:buNone/>
              <a:defRPr sz="4800">
                <a:solidFill>
                  <a:schemeClr val="lt2"/>
                </a:solidFill>
              </a:defRPr>
            </a:lvl3pPr>
            <a:lvl4pPr lvl="3" rtl="0" algn="ctr">
              <a:lnSpc>
                <a:spcPct val="100000"/>
              </a:lnSpc>
              <a:spcBef>
                <a:spcPts val="0"/>
              </a:spcBef>
              <a:spcAft>
                <a:spcPts val="0"/>
              </a:spcAft>
              <a:buClr>
                <a:schemeClr val="lt2"/>
              </a:buClr>
              <a:buSzPts val="4800"/>
              <a:buNone/>
              <a:defRPr sz="4800">
                <a:solidFill>
                  <a:schemeClr val="lt2"/>
                </a:solidFill>
              </a:defRPr>
            </a:lvl4pPr>
            <a:lvl5pPr lvl="4" rtl="0" algn="ctr">
              <a:lnSpc>
                <a:spcPct val="100000"/>
              </a:lnSpc>
              <a:spcBef>
                <a:spcPts val="0"/>
              </a:spcBef>
              <a:spcAft>
                <a:spcPts val="0"/>
              </a:spcAft>
              <a:buClr>
                <a:schemeClr val="lt2"/>
              </a:buClr>
              <a:buSzPts val="4800"/>
              <a:buNone/>
              <a:defRPr sz="4800">
                <a:solidFill>
                  <a:schemeClr val="lt2"/>
                </a:solidFill>
              </a:defRPr>
            </a:lvl5pPr>
            <a:lvl6pPr lvl="5" rtl="0" algn="ctr">
              <a:lnSpc>
                <a:spcPct val="100000"/>
              </a:lnSpc>
              <a:spcBef>
                <a:spcPts val="0"/>
              </a:spcBef>
              <a:spcAft>
                <a:spcPts val="0"/>
              </a:spcAft>
              <a:buClr>
                <a:schemeClr val="lt2"/>
              </a:buClr>
              <a:buSzPts val="4800"/>
              <a:buNone/>
              <a:defRPr sz="4800">
                <a:solidFill>
                  <a:schemeClr val="lt2"/>
                </a:solidFill>
              </a:defRPr>
            </a:lvl6pPr>
            <a:lvl7pPr lvl="6" rtl="0" algn="ctr">
              <a:lnSpc>
                <a:spcPct val="100000"/>
              </a:lnSpc>
              <a:spcBef>
                <a:spcPts val="0"/>
              </a:spcBef>
              <a:spcAft>
                <a:spcPts val="0"/>
              </a:spcAft>
              <a:buClr>
                <a:schemeClr val="lt2"/>
              </a:buClr>
              <a:buSzPts val="4800"/>
              <a:buNone/>
              <a:defRPr sz="4800">
                <a:solidFill>
                  <a:schemeClr val="lt2"/>
                </a:solidFill>
              </a:defRPr>
            </a:lvl7pPr>
            <a:lvl8pPr lvl="7" rtl="0" algn="ctr">
              <a:lnSpc>
                <a:spcPct val="100000"/>
              </a:lnSpc>
              <a:spcBef>
                <a:spcPts val="0"/>
              </a:spcBef>
              <a:spcAft>
                <a:spcPts val="0"/>
              </a:spcAft>
              <a:buClr>
                <a:schemeClr val="lt2"/>
              </a:buClr>
              <a:buSzPts val="4800"/>
              <a:buNone/>
              <a:defRPr sz="4800">
                <a:solidFill>
                  <a:schemeClr val="lt2"/>
                </a:solidFill>
              </a:defRPr>
            </a:lvl8pPr>
            <a:lvl9pPr lvl="8" rtl="0" algn="ctr">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24" name="Google Shape;124;p21"/>
          <p:cNvSpPr txBox="1"/>
          <p:nvPr>
            <p:ph idx="1" type="subTitle"/>
          </p:nvPr>
        </p:nvSpPr>
        <p:spPr>
          <a:xfrm>
            <a:off x="1759875" y="1833925"/>
            <a:ext cx="2682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1600"/>
              </a:spcBef>
              <a:spcAft>
                <a:spcPts val="0"/>
              </a:spcAft>
              <a:buNone/>
              <a:defRPr>
                <a:latin typeface="Poppins Black"/>
                <a:ea typeface="Poppins Black"/>
                <a:cs typeface="Poppins Black"/>
                <a:sym typeface="Poppins Black"/>
              </a:defRPr>
            </a:lvl2pPr>
            <a:lvl3pPr lvl="2" rtl="0">
              <a:lnSpc>
                <a:spcPct val="100000"/>
              </a:lnSpc>
              <a:spcBef>
                <a:spcPts val="1600"/>
              </a:spcBef>
              <a:spcAft>
                <a:spcPts val="0"/>
              </a:spcAft>
              <a:buNone/>
              <a:defRPr>
                <a:latin typeface="Poppins Black"/>
                <a:ea typeface="Poppins Black"/>
                <a:cs typeface="Poppins Black"/>
                <a:sym typeface="Poppins Black"/>
              </a:defRPr>
            </a:lvl3pPr>
            <a:lvl4pPr lvl="3" rtl="0">
              <a:lnSpc>
                <a:spcPct val="100000"/>
              </a:lnSpc>
              <a:spcBef>
                <a:spcPts val="1600"/>
              </a:spcBef>
              <a:spcAft>
                <a:spcPts val="0"/>
              </a:spcAft>
              <a:buNone/>
              <a:defRPr>
                <a:latin typeface="Poppins Black"/>
                <a:ea typeface="Poppins Black"/>
                <a:cs typeface="Poppins Black"/>
                <a:sym typeface="Poppins Black"/>
              </a:defRPr>
            </a:lvl4pPr>
            <a:lvl5pPr lvl="4" rtl="0">
              <a:lnSpc>
                <a:spcPct val="100000"/>
              </a:lnSpc>
              <a:spcBef>
                <a:spcPts val="1600"/>
              </a:spcBef>
              <a:spcAft>
                <a:spcPts val="0"/>
              </a:spcAft>
              <a:buNone/>
              <a:defRPr>
                <a:latin typeface="Poppins Black"/>
                <a:ea typeface="Poppins Black"/>
                <a:cs typeface="Poppins Black"/>
                <a:sym typeface="Poppins Black"/>
              </a:defRPr>
            </a:lvl5pPr>
            <a:lvl6pPr lvl="5" rtl="0">
              <a:lnSpc>
                <a:spcPct val="100000"/>
              </a:lnSpc>
              <a:spcBef>
                <a:spcPts val="1600"/>
              </a:spcBef>
              <a:spcAft>
                <a:spcPts val="0"/>
              </a:spcAft>
              <a:buNone/>
              <a:defRPr>
                <a:latin typeface="Poppins Black"/>
                <a:ea typeface="Poppins Black"/>
                <a:cs typeface="Poppins Black"/>
                <a:sym typeface="Poppins Black"/>
              </a:defRPr>
            </a:lvl6pPr>
            <a:lvl7pPr lvl="6" rtl="0">
              <a:lnSpc>
                <a:spcPct val="100000"/>
              </a:lnSpc>
              <a:spcBef>
                <a:spcPts val="1600"/>
              </a:spcBef>
              <a:spcAft>
                <a:spcPts val="0"/>
              </a:spcAft>
              <a:buNone/>
              <a:defRPr>
                <a:latin typeface="Poppins Black"/>
                <a:ea typeface="Poppins Black"/>
                <a:cs typeface="Poppins Black"/>
                <a:sym typeface="Poppins Black"/>
              </a:defRPr>
            </a:lvl7pPr>
            <a:lvl8pPr lvl="7" rtl="0">
              <a:lnSpc>
                <a:spcPct val="100000"/>
              </a:lnSpc>
              <a:spcBef>
                <a:spcPts val="1600"/>
              </a:spcBef>
              <a:spcAft>
                <a:spcPts val="0"/>
              </a:spcAft>
              <a:buNone/>
              <a:defRPr>
                <a:latin typeface="Poppins Black"/>
                <a:ea typeface="Poppins Black"/>
                <a:cs typeface="Poppins Black"/>
                <a:sym typeface="Poppins Black"/>
              </a:defRPr>
            </a:lvl8pPr>
            <a:lvl9pPr lvl="8" rtl="0">
              <a:lnSpc>
                <a:spcPct val="100000"/>
              </a:lnSpc>
              <a:spcBef>
                <a:spcPts val="1600"/>
              </a:spcBef>
              <a:spcAft>
                <a:spcPts val="1600"/>
              </a:spcAft>
              <a:buNone/>
              <a:defRPr>
                <a:latin typeface="Poppins Black"/>
                <a:ea typeface="Poppins Black"/>
                <a:cs typeface="Poppins Black"/>
                <a:sym typeface="Poppins Black"/>
              </a:defRPr>
            </a:lvl9pPr>
          </a:lstStyle>
          <a:p/>
        </p:txBody>
      </p:sp>
      <p:sp>
        <p:nvSpPr>
          <p:cNvPr id="125" name="Google Shape;125;p21"/>
          <p:cNvSpPr txBox="1"/>
          <p:nvPr>
            <p:ph idx="2" type="subTitle"/>
          </p:nvPr>
        </p:nvSpPr>
        <p:spPr>
          <a:xfrm>
            <a:off x="1759875" y="2185449"/>
            <a:ext cx="26826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26" name="Google Shape;126;p21"/>
          <p:cNvSpPr txBox="1"/>
          <p:nvPr>
            <p:ph hasCustomPrompt="1" idx="3" type="title"/>
          </p:nvPr>
        </p:nvSpPr>
        <p:spPr>
          <a:xfrm>
            <a:off x="764102" y="3346952"/>
            <a:ext cx="885900" cy="7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4800"/>
              <a:buNone/>
              <a:defRPr sz="4800">
                <a:solidFill>
                  <a:schemeClr val="lt2"/>
                </a:solidFill>
              </a:defRPr>
            </a:lvl1pPr>
            <a:lvl2pPr lvl="1" rtl="0" algn="ctr">
              <a:lnSpc>
                <a:spcPct val="100000"/>
              </a:lnSpc>
              <a:spcBef>
                <a:spcPts val="0"/>
              </a:spcBef>
              <a:spcAft>
                <a:spcPts val="0"/>
              </a:spcAft>
              <a:buClr>
                <a:schemeClr val="lt2"/>
              </a:buClr>
              <a:buSzPts val="4800"/>
              <a:buNone/>
              <a:defRPr sz="4800">
                <a:solidFill>
                  <a:schemeClr val="lt2"/>
                </a:solidFill>
              </a:defRPr>
            </a:lvl2pPr>
            <a:lvl3pPr lvl="2" rtl="0" algn="ctr">
              <a:lnSpc>
                <a:spcPct val="100000"/>
              </a:lnSpc>
              <a:spcBef>
                <a:spcPts val="0"/>
              </a:spcBef>
              <a:spcAft>
                <a:spcPts val="0"/>
              </a:spcAft>
              <a:buClr>
                <a:schemeClr val="lt2"/>
              </a:buClr>
              <a:buSzPts val="4800"/>
              <a:buNone/>
              <a:defRPr sz="4800">
                <a:solidFill>
                  <a:schemeClr val="lt2"/>
                </a:solidFill>
              </a:defRPr>
            </a:lvl3pPr>
            <a:lvl4pPr lvl="3" rtl="0" algn="ctr">
              <a:lnSpc>
                <a:spcPct val="100000"/>
              </a:lnSpc>
              <a:spcBef>
                <a:spcPts val="0"/>
              </a:spcBef>
              <a:spcAft>
                <a:spcPts val="0"/>
              </a:spcAft>
              <a:buClr>
                <a:schemeClr val="lt2"/>
              </a:buClr>
              <a:buSzPts val="4800"/>
              <a:buNone/>
              <a:defRPr sz="4800">
                <a:solidFill>
                  <a:schemeClr val="lt2"/>
                </a:solidFill>
              </a:defRPr>
            </a:lvl4pPr>
            <a:lvl5pPr lvl="4" rtl="0" algn="ctr">
              <a:lnSpc>
                <a:spcPct val="100000"/>
              </a:lnSpc>
              <a:spcBef>
                <a:spcPts val="0"/>
              </a:spcBef>
              <a:spcAft>
                <a:spcPts val="0"/>
              </a:spcAft>
              <a:buClr>
                <a:schemeClr val="lt2"/>
              </a:buClr>
              <a:buSzPts val="4800"/>
              <a:buNone/>
              <a:defRPr sz="4800">
                <a:solidFill>
                  <a:schemeClr val="lt2"/>
                </a:solidFill>
              </a:defRPr>
            </a:lvl5pPr>
            <a:lvl6pPr lvl="5" rtl="0" algn="ctr">
              <a:lnSpc>
                <a:spcPct val="100000"/>
              </a:lnSpc>
              <a:spcBef>
                <a:spcPts val="0"/>
              </a:spcBef>
              <a:spcAft>
                <a:spcPts val="0"/>
              </a:spcAft>
              <a:buClr>
                <a:schemeClr val="lt2"/>
              </a:buClr>
              <a:buSzPts val="4800"/>
              <a:buNone/>
              <a:defRPr sz="4800">
                <a:solidFill>
                  <a:schemeClr val="lt2"/>
                </a:solidFill>
              </a:defRPr>
            </a:lvl6pPr>
            <a:lvl7pPr lvl="6" rtl="0" algn="ctr">
              <a:lnSpc>
                <a:spcPct val="100000"/>
              </a:lnSpc>
              <a:spcBef>
                <a:spcPts val="0"/>
              </a:spcBef>
              <a:spcAft>
                <a:spcPts val="0"/>
              </a:spcAft>
              <a:buClr>
                <a:schemeClr val="lt2"/>
              </a:buClr>
              <a:buSzPts val="4800"/>
              <a:buNone/>
              <a:defRPr sz="4800">
                <a:solidFill>
                  <a:schemeClr val="lt2"/>
                </a:solidFill>
              </a:defRPr>
            </a:lvl7pPr>
            <a:lvl8pPr lvl="7" rtl="0" algn="ctr">
              <a:lnSpc>
                <a:spcPct val="100000"/>
              </a:lnSpc>
              <a:spcBef>
                <a:spcPts val="0"/>
              </a:spcBef>
              <a:spcAft>
                <a:spcPts val="0"/>
              </a:spcAft>
              <a:buClr>
                <a:schemeClr val="lt2"/>
              </a:buClr>
              <a:buSzPts val="4800"/>
              <a:buNone/>
              <a:defRPr sz="4800">
                <a:solidFill>
                  <a:schemeClr val="lt2"/>
                </a:solidFill>
              </a:defRPr>
            </a:lvl8pPr>
            <a:lvl9pPr lvl="8" rtl="0" algn="ctr">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27" name="Google Shape;127;p21"/>
          <p:cNvSpPr txBox="1"/>
          <p:nvPr>
            <p:ph idx="4" type="subTitle"/>
          </p:nvPr>
        </p:nvSpPr>
        <p:spPr>
          <a:xfrm>
            <a:off x="1759875" y="3213476"/>
            <a:ext cx="2682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28" name="Google Shape;128;p21"/>
          <p:cNvSpPr txBox="1"/>
          <p:nvPr>
            <p:ph idx="5" type="subTitle"/>
          </p:nvPr>
        </p:nvSpPr>
        <p:spPr>
          <a:xfrm>
            <a:off x="1759875" y="3565000"/>
            <a:ext cx="26826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29" name="Google Shape;129;p21"/>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1"/>
          <p:cNvSpPr txBox="1"/>
          <p:nvPr>
            <p:ph idx="6"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31" name="Google Shape;131;p21"/>
          <p:cNvSpPr/>
          <p:nvPr/>
        </p:nvSpPr>
        <p:spPr>
          <a:xfrm rot="-9542052">
            <a:off x="7466404" y="-1156051"/>
            <a:ext cx="4039911" cy="2967664"/>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1"/>
          <p:cNvSpPr/>
          <p:nvPr/>
        </p:nvSpPr>
        <p:spPr>
          <a:xfrm rot="3055103">
            <a:off x="-1997717" y="3749245"/>
            <a:ext cx="4039950" cy="2967693"/>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1"/>
          <p:cNvSpPr txBox="1"/>
          <p:nvPr>
            <p:ph hasCustomPrompt="1" idx="7" type="title"/>
          </p:nvPr>
        </p:nvSpPr>
        <p:spPr>
          <a:xfrm>
            <a:off x="4746900" y="1967402"/>
            <a:ext cx="885900" cy="7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4800"/>
              <a:buNone/>
              <a:defRPr sz="4800">
                <a:solidFill>
                  <a:schemeClr val="lt2"/>
                </a:solidFill>
              </a:defRPr>
            </a:lvl1pPr>
            <a:lvl2pPr lvl="1" rtl="0" algn="ctr">
              <a:lnSpc>
                <a:spcPct val="100000"/>
              </a:lnSpc>
              <a:spcBef>
                <a:spcPts val="0"/>
              </a:spcBef>
              <a:spcAft>
                <a:spcPts val="0"/>
              </a:spcAft>
              <a:buClr>
                <a:schemeClr val="lt2"/>
              </a:buClr>
              <a:buSzPts val="4800"/>
              <a:buNone/>
              <a:defRPr sz="4800">
                <a:solidFill>
                  <a:schemeClr val="lt2"/>
                </a:solidFill>
              </a:defRPr>
            </a:lvl2pPr>
            <a:lvl3pPr lvl="2" rtl="0" algn="ctr">
              <a:lnSpc>
                <a:spcPct val="100000"/>
              </a:lnSpc>
              <a:spcBef>
                <a:spcPts val="0"/>
              </a:spcBef>
              <a:spcAft>
                <a:spcPts val="0"/>
              </a:spcAft>
              <a:buClr>
                <a:schemeClr val="lt2"/>
              </a:buClr>
              <a:buSzPts val="4800"/>
              <a:buNone/>
              <a:defRPr sz="4800">
                <a:solidFill>
                  <a:schemeClr val="lt2"/>
                </a:solidFill>
              </a:defRPr>
            </a:lvl3pPr>
            <a:lvl4pPr lvl="3" rtl="0" algn="ctr">
              <a:lnSpc>
                <a:spcPct val="100000"/>
              </a:lnSpc>
              <a:spcBef>
                <a:spcPts val="0"/>
              </a:spcBef>
              <a:spcAft>
                <a:spcPts val="0"/>
              </a:spcAft>
              <a:buClr>
                <a:schemeClr val="lt2"/>
              </a:buClr>
              <a:buSzPts val="4800"/>
              <a:buNone/>
              <a:defRPr sz="4800">
                <a:solidFill>
                  <a:schemeClr val="lt2"/>
                </a:solidFill>
              </a:defRPr>
            </a:lvl4pPr>
            <a:lvl5pPr lvl="4" rtl="0" algn="ctr">
              <a:lnSpc>
                <a:spcPct val="100000"/>
              </a:lnSpc>
              <a:spcBef>
                <a:spcPts val="0"/>
              </a:spcBef>
              <a:spcAft>
                <a:spcPts val="0"/>
              </a:spcAft>
              <a:buClr>
                <a:schemeClr val="lt2"/>
              </a:buClr>
              <a:buSzPts val="4800"/>
              <a:buNone/>
              <a:defRPr sz="4800">
                <a:solidFill>
                  <a:schemeClr val="lt2"/>
                </a:solidFill>
              </a:defRPr>
            </a:lvl5pPr>
            <a:lvl6pPr lvl="5" rtl="0" algn="ctr">
              <a:lnSpc>
                <a:spcPct val="100000"/>
              </a:lnSpc>
              <a:spcBef>
                <a:spcPts val="0"/>
              </a:spcBef>
              <a:spcAft>
                <a:spcPts val="0"/>
              </a:spcAft>
              <a:buClr>
                <a:schemeClr val="lt2"/>
              </a:buClr>
              <a:buSzPts val="4800"/>
              <a:buNone/>
              <a:defRPr sz="4800">
                <a:solidFill>
                  <a:schemeClr val="lt2"/>
                </a:solidFill>
              </a:defRPr>
            </a:lvl6pPr>
            <a:lvl7pPr lvl="6" rtl="0" algn="ctr">
              <a:lnSpc>
                <a:spcPct val="100000"/>
              </a:lnSpc>
              <a:spcBef>
                <a:spcPts val="0"/>
              </a:spcBef>
              <a:spcAft>
                <a:spcPts val="0"/>
              </a:spcAft>
              <a:buClr>
                <a:schemeClr val="lt2"/>
              </a:buClr>
              <a:buSzPts val="4800"/>
              <a:buNone/>
              <a:defRPr sz="4800">
                <a:solidFill>
                  <a:schemeClr val="lt2"/>
                </a:solidFill>
              </a:defRPr>
            </a:lvl7pPr>
            <a:lvl8pPr lvl="7" rtl="0" algn="ctr">
              <a:lnSpc>
                <a:spcPct val="100000"/>
              </a:lnSpc>
              <a:spcBef>
                <a:spcPts val="0"/>
              </a:spcBef>
              <a:spcAft>
                <a:spcPts val="0"/>
              </a:spcAft>
              <a:buClr>
                <a:schemeClr val="lt2"/>
              </a:buClr>
              <a:buSzPts val="4800"/>
              <a:buNone/>
              <a:defRPr sz="4800">
                <a:solidFill>
                  <a:schemeClr val="lt2"/>
                </a:solidFill>
              </a:defRPr>
            </a:lvl8pPr>
            <a:lvl9pPr lvl="8" rtl="0" algn="ctr">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34" name="Google Shape;134;p21"/>
          <p:cNvSpPr txBox="1"/>
          <p:nvPr>
            <p:ph idx="8" type="subTitle"/>
          </p:nvPr>
        </p:nvSpPr>
        <p:spPr>
          <a:xfrm>
            <a:off x="5742673" y="1833925"/>
            <a:ext cx="2682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35" name="Google Shape;135;p21"/>
          <p:cNvSpPr txBox="1"/>
          <p:nvPr>
            <p:ph idx="9" type="subTitle"/>
          </p:nvPr>
        </p:nvSpPr>
        <p:spPr>
          <a:xfrm>
            <a:off x="5742673" y="2185449"/>
            <a:ext cx="26826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36" name="Google Shape;136;p21"/>
          <p:cNvSpPr txBox="1"/>
          <p:nvPr>
            <p:ph hasCustomPrompt="1" idx="13" type="title"/>
          </p:nvPr>
        </p:nvSpPr>
        <p:spPr>
          <a:xfrm>
            <a:off x="4746900" y="3346952"/>
            <a:ext cx="885900" cy="7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4800"/>
              <a:buNone/>
              <a:defRPr sz="4800">
                <a:solidFill>
                  <a:schemeClr val="lt2"/>
                </a:solidFill>
              </a:defRPr>
            </a:lvl1pPr>
            <a:lvl2pPr lvl="1" rtl="0" algn="ctr">
              <a:lnSpc>
                <a:spcPct val="100000"/>
              </a:lnSpc>
              <a:spcBef>
                <a:spcPts val="0"/>
              </a:spcBef>
              <a:spcAft>
                <a:spcPts val="0"/>
              </a:spcAft>
              <a:buClr>
                <a:schemeClr val="lt2"/>
              </a:buClr>
              <a:buSzPts val="4800"/>
              <a:buNone/>
              <a:defRPr sz="4800">
                <a:solidFill>
                  <a:schemeClr val="lt2"/>
                </a:solidFill>
              </a:defRPr>
            </a:lvl2pPr>
            <a:lvl3pPr lvl="2" rtl="0" algn="ctr">
              <a:lnSpc>
                <a:spcPct val="100000"/>
              </a:lnSpc>
              <a:spcBef>
                <a:spcPts val="0"/>
              </a:spcBef>
              <a:spcAft>
                <a:spcPts val="0"/>
              </a:spcAft>
              <a:buClr>
                <a:schemeClr val="lt2"/>
              </a:buClr>
              <a:buSzPts val="4800"/>
              <a:buNone/>
              <a:defRPr sz="4800">
                <a:solidFill>
                  <a:schemeClr val="lt2"/>
                </a:solidFill>
              </a:defRPr>
            </a:lvl3pPr>
            <a:lvl4pPr lvl="3" rtl="0" algn="ctr">
              <a:lnSpc>
                <a:spcPct val="100000"/>
              </a:lnSpc>
              <a:spcBef>
                <a:spcPts val="0"/>
              </a:spcBef>
              <a:spcAft>
                <a:spcPts val="0"/>
              </a:spcAft>
              <a:buClr>
                <a:schemeClr val="lt2"/>
              </a:buClr>
              <a:buSzPts val="4800"/>
              <a:buNone/>
              <a:defRPr sz="4800">
                <a:solidFill>
                  <a:schemeClr val="lt2"/>
                </a:solidFill>
              </a:defRPr>
            </a:lvl4pPr>
            <a:lvl5pPr lvl="4" rtl="0" algn="ctr">
              <a:lnSpc>
                <a:spcPct val="100000"/>
              </a:lnSpc>
              <a:spcBef>
                <a:spcPts val="0"/>
              </a:spcBef>
              <a:spcAft>
                <a:spcPts val="0"/>
              </a:spcAft>
              <a:buClr>
                <a:schemeClr val="lt2"/>
              </a:buClr>
              <a:buSzPts val="4800"/>
              <a:buNone/>
              <a:defRPr sz="4800">
                <a:solidFill>
                  <a:schemeClr val="lt2"/>
                </a:solidFill>
              </a:defRPr>
            </a:lvl5pPr>
            <a:lvl6pPr lvl="5" rtl="0" algn="ctr">
              <a:lnSpc>
                <a:spcPct val="100000"/>
              </a:lnSpc>
              <a:spcBef>
                <a:spcPts val="0"/>
              </a:spcBef>
              <a:spcAft>
                <a:spcPts val="0"/>
              </a:spcAft>
              <a:buClr>
                <a:schemeClr val="lt2"/>
              </a:buClr>
              <a:buSzPts val="4800"/>
              <a:buNone/>
              <a:defRPr sz="4800">
                <a:solidFill>
                  <a:schemeClr val="lt2"/>
                </a:solidFill>
              </a:defRPr>
            </a:lvl6pPr>
            <a:lvl7pPr lvl="6" rtl="0" algn="ctr">
              <a:lnSpc>
                <a:spcPct val="100000"/>
              </a:lnSpc>
              <a:spcBef>
                <a:spcPts val="0"/>
              </a:spcBef>
              <a:spcAft>
                <a:spcPts val="0"/>
              </a:spcAft>
              <a:buClr>
                <a:schemeClr val="lt2"/>
              </a:buClr>
              <a:buSzPts val="4800"/>
              <a:buNone/>
              <a:defRPr sz="4800">
                <a:solidFill>
                  <a:schemeClr val="lt2"/>
                </a:solidFill>
              </a:defRPr>
            </a:lvl7pPr>
            <a:lvl8pPr lvl="7" rtl="0" algn="ctr">
              <a:lnSpc>
                <a:spcPct val="100000"/>
              </a:lnSpc>
              <a:spcBef>
                <a:spcPts val="0"/>
              </a:spcBef>
              <a:spcAft>
                <a:spcPts val="0"/>
              </a:spcAft>
              <a:buClr>
                <a:schemeClr val="lt2"/>
              </a:buClr>
              <a:buSzPts val="4800"/>
              <a:buNone/>
              <a:defRPr sz="4800">
                <a:solidFill>
                  <a:schemeClr val="lt2"/>
                </a:solidFill>
              </a:defRPr>
            </a:lvl8pPr>
            <a:lvl9pPr lvl="8" rtl="0" algn="ctr">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37" name="Google Shape;137;p21"/>
          <p:cNvSpPr txBox="1"/>
          <p:nvPr>
            <p:ph idx="14" type="subTitle"/>
          </p:nvPr>
        </p:nvSpPr>
        <p:spPr>
          <a:xfrm>
            <a:off x="5742673" y="3213476"/>
            <a:ext cx="2682600" cy="3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38" name="Google Shape;138;p21"/>
          <p:cNvSpPr txBox="1"/>
          <p:nvPr>
            <p:ph idx="15" type="subTitle"/>
          </p:nvPr>
        </p:nvSpPr>
        <p:spPr>
          <a:xfrm>
            <a:off x="5742673" y="3565000"/>
            <a:ext cx="2682600" cy="61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17">
    <p:spTree>
      <p:nvGrpSpPr>
        <p:cNvPr id="139" name="Shape 139"/>
        <p:cNvGrpSpPr/>
        <p:nvPr/>
      </p:nvGrpSpPr>
      <p:grpSpPr>
        <a:xfrm>
          <a:off x="0" y="0"/>
          <a:ext cx="0" cy="0"/>
          <a:chOff x="0" y="0"/>
          <a:chExt cx="0" cy="0"/>
        </a:xfrm>
      </p:grpSpPr>
      <p:sp>
        <p:nvSpPr>
          <p:cNvPr id="140" name="Google Shape;140;p22"/>
          <p:cNvSpPr txBox="1"/>
          <p:nvPr>
            <p:ph idx="1" type="body"/>
          </p:nvPr>
        </p:nvSpPr>
        <p:spPr>
          <a:xfrm>
            <a:off x="720000" y="2075500"/>
            <a:ext cx="5250900" cy="1931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1" name="Google Shape;141;p22"/>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2"/>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43" name="Google Shape;143;p22"/>
          <p:cNvSpPr/>
          <p:nvPr/>
        </p:nvSpPr>
        <p:spPr>
          <a:xfrm flipH="1" rot="-3678890">
            <a:off x="6399760" y="2305526"/>
            <a:ext cx="4402922" cy="3234328"/>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18">
    <p:spTree>
      <p:nvGrpSpPr>
        <p:cNvPr id="144" name="Shape 144"/>
        <p:cNvGrpSpPr/>
        <p:nvPr/>
      </p:nvGrpSpPr>
      <p:grpSpPr>
        <a:xfrm>
          <a:off x="0" y="0"/>
          <a:ext cx="0" cy="0"/>
          <a:chOff x="0" y="0"/>
          <a:chExt cx="0" cy="0"/>
        </a:xfrm>
      </p:grpSpPr>
      <p:sp>
        <p:nvSpPr>
          <p:cNvPr id="145" name="Google Shape;145;p23"/>
          <p:cNvSpPr/>
          <p:nvPr/>
        </p:nvSpPr>
        <p:spPr>
          <a:xfrm>
            <a:off x="720000" y="727800"/>
            <a:ext cx="5778000" cy="272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3"/>
          <p:cNvSpPr txBox="1"/>
          <p:nvPr>
            <p:ph type="title"/>
          </p:nvPr>
        </p:nvSpPr>
        <p:spPr>
          <a:xfrm>
            <a:off x="720000" y="387600"/>
            <a:ext cx="7704000" cy="612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Font typeface="Palanquin Dark"/>
              <a:buNone/>
              <a:defRPr>
                <a:latin typeface="Palanquin Dark"/>
                <a:ea typeface="Palanquin Dark"/>
                <a:cs typeface="Palanquin Dark"/>
                <a:sym typeface="Palanquin Dark"/>
              </a:defRPr>
            </a:lvl2pPr>
            <a:lvl3pPr lvl="2" rtl="0" algn="l">
              <a:spcBef>
                <a:spcPts val="0"/>
              </a:spcBef>
              <a:spcAft>
                <a:spcPts val="0"/>
              </a:spcAft>
              <a:buSzPts val="3200"/>
              <a:buFont typeface="Palanquin Dark"/>
              <a:buNone/>
              <a:defRPr>
                <a:latin typeface="Palanquin Dark"/>
                <a:ea typeface="Palanquin Dark"/>
                <a:cs typeface="Palanquin Dark"/>
                <a:sym typeface="Palanquin Dark"/>
              </a:defRPr>
            </a:lvl3pPr>
            <a:lvl4pPr lvl="3" rtl="0" algn="l">
              <a:spcBef>
                <a:spcPts val="0"/>
              </a:spcBef>
              <a:spcAft>
                <a:spcPts val="0"/>
              </a:spcAft>
              <a:buSzPts val="3200"/>
              <a:buFont typeface="Palanquin Dark"/>
              <a:buNone/>
              <a:defRPr>
                <a:latin typeface="Palanquin Dark"/>
                <a:ea typeface="Palanquin Dark"/>
                <a:cs typeface="Palanquin Dark"/>
                <a:sym typeface="Palanquin Dark"/>
              </a:defRPr>
            </a:lvl4pPr>
            <a:lvl5pPr lvl="4" rtl="0" algn="l">
              <a:spcBef>
                <a:spcPts val="0"/>
              </a:spcBef>
              <a:spcAft>
                <a:spcPts val="0"/>
              </a:spcAft>
              <a:buSzPts val="3200"/>
              <a:buFont typeface="Palanquin Dark"/>
              <a:buNone/>
              <a:defRPr>
                <a:latin typeface="Palanquin Dark"/>
                <a:ea typeface="Palanquin Dark"/>
                <a:cs typeface="Palanquin Dark"/>
                <a:sym typeface="Palanquin Dark"/>
              </a:defRPr>
            </a:lvl5pPr>
            <a:lvl6pPr lvl="5" rtl="0" algn="l">
              <a:spcBef>
                <a:spcPts val="0"/>
              </a:spcBef>
              <a:spcAft>
                <a:spcPts val="0"/>
              </a:spcAft>
              <a:buSzPts val="3200"/>
              <a:buFont typeface="Palanquin Dark"/>
              <a:buNone/>
              <a:defRPr>
                <a:latin typeface="Palanquin Dark"/>
                <a:ea typeface="Palanquin Dark"/>
                <a:cs typeface="Palanquin Dark"/>
                <a:sym typeface="Palanquin Dark"/>
              </a:defRPr>
            </a:lvl6pPr>
            <a:lvl7pPr lvl="6" rtl="0" algn="l">
              <a:spcBef>
                <a:spcPts val="0"/>
              </a:spcBef>
              <a:spcAft>
                <a:spcPts val="0"/>
              </a:spcAft>
              <a:buSzPts val="3200"/>
              <a:buFont typeface="Palanquin Dark"/>
              <a:buNone/>
              <a:defRPr>
                <a:latin typeface="Palanquin Dark"/>
                <a:ea typeface="Palanquin Dark"/>
                <a:cs typeface="Palanquin Dark"/>
                <a:sym typeface="Palanquin Dark"/>
              </a:defRPr>
            </a:lvl7pPr>
            <a:lvl8pPr lvl="7" rtl="0" algn="l">
              <a:spcBef>
                <a:spcPts val="0"/>
              </a:spcBef>
              <a:spcAft>
                <a:spcPts val="0"/>
              </a:spcAft>
              <a:buSzPts val="3200"/>
              <a:buFont typeface="Palanquin Dark"/>
              <a:buNone/>
              <a:defRPr>
                <a:latin typeface="Palanquin Dark"/>
                <a:ea typeface="Palanquin Dark"/>
                <a:cs typeface="Palanquin Dark"/>
                <a:sym typeface="Palanquin Dark"/>
              </a:defRPr>
            </a:lvl8pPr>
            <a:lvl9pPr lvl="8" rtl="0" algn="l">
              <a:spcBef>
                <a:spcPts val="0"/>
              </a:spcBef>
              <a:spcAft>
                <a:spcPts val="0"/>
              </a:spcAft>
              <a:buSzPts val="3200"/>
              <a:buFont typeface="Palanquin Dark"/>
              <a:buNone/>
              <a:defRPr>
                <a:latin typeface="Palanquin Dark"/>
                <a:ea typeface="Palanquin Dark"/>
                <a:cs typeface="Palanquin Dark"/>
                <a:sym typeface="Palanquin Dark"/>
              </a:defRPr>
            </a:lvl9pPr>
          </a:lstStyle>
          <a:p/>
        </p:txBody>
      </p:sp>
      <p:sp>
        <p:nvSpPr>
          <p:cNvPr id="147" name="Google Shape;147;p23"/>
          <p:cNvSpPr/>
          <p:nvPr/>
        </p:nvSpPr>
        <p:spPr>
          <a:xfrm rot="-8100000">
            <a:off x="6361897" y="-1756516"/>
            <a:ext cx="4040369" cy="2968001"/>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3"/>
          <p:cNvSpPr txBox="1"/>
          <p:nvPr>
            <p:ph idx="1" type="subTitle"/>
          </p:nvPr>
        </p:nvSpPr>
        <p:spPr>
          <a:xfrm>
            <a:off x="723802" y="2074749"/>
            <a:ext cx="20760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49" name="Google Shape;149;p23"/>
          <p:cNvSpPr txBox="1"/>
          <p:nvPr>
            <p:ph idx="2" type="subTitle"/>
          </p:nvPr>
        </p:nvSpPr>
        <p:spPr>
          <a:xfrm>
            <a:off x="723802" y="2426274"/>
            <a:ext cx="20760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50" name="Google Shape;150;p23"/>
          <p:cNvSpPr txBox="1"/>
          <p:nvPr>
            <p:ph idx="3" type="subTitle"/>
          </p:nvPr>
        </p:nvSpPr>
        <p:spPr>
          <a:xfrm>
            <a:off x="2938139" y="2074749"/>
            <a:ext cx="20760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51" name="Google Shape;151;p23"/>
          <p:cNvSpPr txBox="1"/>
          <p:nvPr>
            <p:ph idx="4" type="subTitle"/>
          </p:nvPr>
        </p:nvSpPr>
        <p:spPr>
          <a:xfrm>
            <a:off x="2938139" y="2426274"/>
            <a:ext cx="20760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52" name="Google Shape;152;p23"/>
          <p:cNvSpPr txBox="1"/>
          <p:nvPr>
            <p:ph idx="5" type="subTitle"/>
          </p:nvPr>
        </p:nvSpPr>
        <p:spPr>
          <a:xfrm>
            <a:off x="722225" y="3454301"/>
            <a:ext cx="20760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53" name="Google Shape;153;p23"/>
          <p:cNvSpPr txBox="1"/>
          <p:nvPr>
            <p:ph idx="6" type="subTitle"/>
          </p:nvPr>
        </p:nvSpPr>
        <p:spPr>
          <a:xfrm>
            <a:off x="722225" y="3805824"/>
            <a:ext cx="20760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54" name="Google Shape;154;p23"/>
          <p:cNvSpPr txBox="1"/>
          <p:nvPr>
            <p:ph idx="7" type="subTitle"/>
          </p:nvPr>
        </p:nvSpPr>
        <p:spPr>
          <a:xfrm>
            <a:off x="2938139" y="3454301"/>
            <a:ext cx="2076000" cy="371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p:txBody>
      </p:sp>
      <p:sp>
        <p:nvSpPr>
          <p:cNvPr id="155" name="Google Shape;155;p23"/>
          <p:cNvSpPr txBox="1"/>
          <p:nvPr>
            <p:ph idx="8" type="subTitle"/>
          </p:nvPr>
        </p:nvSpPr>
        <p:spPr>
          <a:xfrm>
            <a:off x="2938139" y="3805824"/>
            <a:ext cx="2076000" cy="6126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56" name="Google Shape;156;p23"/>
          <p:cNvSpPr/>
          <p:nvPr/>
        </p:nvSpPr>
        <p:spPr>
          <a:xfrm rot="-8371819">
            <a:off x="7449274" y="4404423"/>
            <a:ext cx="4040141" cy="2967834"/>
          </a:xfrm>
          <a:custGeom>
            <a:rect b="b" l="l" r="r" t="t"/>
            <a:pathLst>
              <a:path extrusionOk="0" h="111248" w="151443">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390930"/>
            <a:ext cx="7704000" cy="612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1pPr>
            <a:lvl2pPr lvl="1"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2pPr>
            <a:lvl3pPr lvl="2"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3pPr>
            <a:lvl4pPr lvl="3"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4pPr>
            <a:lvl5pPr lvl="4"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5pPr>
            <a:lvl6pPr lvl="5"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6pPr>
            <a:lvl7pPr lvl="6"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7pPr>
            <a:lvl8pPr lvl="7"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8pPr>
            <a:lvl9pPr lvl="8"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9pPr>
          </a:lstStyle>
          <a:p/>
        </p:txBody>
      </p:sp>
      <p:sp>
        <p:nvSpPr>
          <p:cNvPr id="7" name="Google Shape;7;p1"/>
          <p:cNvSpPr txBox="1"/>
          <p:nvPr>
            <p:ph idx="1" type="body"/>
          </p:nvPr>
        </p:nvSpPr>
        <p:spPr>
          <a:xfrm>
            <a:off x="720000" y="1300850"/>
            <a:ext cx="7704000" cy="32679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Poppins"/>
              <a:buChar char="●"/>
              <a:defRPr sz="1800">
                <a:solidFill>
                  <a:schemeClr val="dk1"/>
                </a:solidFill>
                <a:latin typeface="Poppins"/>
                <a:ea typeface="Poppins"/>
                <a:cs typeface="Poppins"/>
                <a:sym typeface="Poppins"/>
              </a:defRPr>
            </a:lvl1pPr>
            <a:lvl2pPr indent="-317500" lvl="1" marL="9144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00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hyperlink" Target="http://www.youtube.com/watch?v=rGYXJiT_tLI" TargetMode="External"/><Relationship Id="rId7"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hyperlink" Target="http://www.youtube.com/watch?v=RwDpf26tBvs" TargetMode="External"/><Relationship Id="rId7"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hyperlink" Target="http://www.youtube.com/watch?v=rGetcfrNIGY" TargetMode="External"/><Relationship Id="rId7" Type="http://schemas.openxmlformats.org/officeDocument/2006/relationships/image" Target="../media/image2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30.png"/><Relationship Id="rId7"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3.png"/><Relationship Id="rId9" Type="http://schemas.openxmlformats.org/officeDocument/2006/relationships/image" Target="../media/image22.jpg"/><Relationship Id="rId5" Type="http://schemas.openxmlformats.org/officeDocument/2006/relationships/image" Target="../media/image6.png"/><Relationship Id="rId6" Type="http://schemas.openxmlformats.org/officeDocument/2006/relationships/hyperlink" Target="http://www.youtube.com/watch?v=k1AYMOLkOL8" TargetMode="External"/><Relationship Id="rId7" Type="http://schemas.openxmlformats.org/officeDocument/2006/relationships/image" Target="../media/image28.jpg"/><Relationship Id="rId8" Type="http://schemas.openxmlformats.org/officeDocument/2006/relationships/hyperlink" Target="http://www.youtube.com/watch?v=fgSBaC8SHGc"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hyperlink" Target="http://www.youtube.com/watch?v=88N9cXLgTI8" TargetMode="External"/><Relationship Id="rId7"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hyperlink" Target="https://github.com/Deadbeastrs/Projeto_PEI_Fleetman" TargetMode="External"/><Relationship Id="rId5" Type="http://schemas.openxmlformats.org/officeDocument/2006/relationships/image" Target="../media/image25.png"/><Relationship Id="rId6" Type="http://schemas.openxmlformats.org/officeDocument/2006/relationships/hyperlink" Target="http://138.68.191.48/" TargetMode="External"/><Relationship Id="rId7"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p:nvPr/>
        </p:nvSpPr>
        <p:spPr>
          <a:xfrm>
            <a:off x="12812293" y="872774"/>
            <a:ext cx="144983" cy="272315"/>
          </a:xfrm>
          <a:custGeom>
            <a:rect b="b" l="l" r="r" t="t"/>
            <a:pathLst>
              <a:path extrusionOk="0" h="1388" w="739">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4"/>
          <p:cNvSpPr/>
          <p:nvPr/>
        </p:nvSpPr>
        <p:spPr>
          <a:xfrm>
            <a:off x="12634741" y="984406"/>
            <a:ext cx="165975" cy="226210"/>
          </a:xfrm>
          <a:custGeom>
            <a:rect b="b" l="l" r="r" t="t"/>
            <a:pathLst>
              <a:path extrusionOk="0" h="1153" w="846">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4"/>
          <p:cNvSpPr/>
          <p:nvPr/>
        </p:nvSpPr>
        <p:spPr>
          <a:xfrm>
            <a:off x="12359096" y="2644566"/>
            <a:ext cx="116928" cy="53953"/>
          </a:xfrm>
          <a:custGeom>
            <a:rect b="b" l="l" r="r" t="t"/>
            <a:pathLst>
              <a:path extrusionOk="0" fill="none" h="275" w="596">
                <a:moveTo>
                  <a:pt x="1" y="274"/>
                </a:moveTo>
                <a:cubicBezTo>
                  <a:pt x="191" y="179"/>
                  <a:pt x="394" y="96"/>
                  <a:pt x="596" y="0"/>
                </a:cubicBezTo>
              </a:path>
            </a:pathLst>
          </a:custGeom>
          <a:noFill/>
          <a:ln cap="rnd" cmpd="sng" w="4475">
            <a:solidFill>
              <a:srgbClr val="2AB5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4"/>
          <p:cNvSpPr/>
          <p:nvPr/>
        </p:nvSpPr>
        <p:spPr>
          <a:xfrm>
            <a:off x="720000" y="1357625"/>
            <a:ext cx="3647400" cy="1749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4"/>
          <p:cNvSpPr txBox="1"/>
          <p:nvPr>
            <p:ph type="ctrTitle"/>
          </p:nvPr>
        </p:nvSpPr>
        <p:spPr>
          <a:xfrm>
            <a:off x="720000" y="838838"/>
            <a:ext cx="3996300" cy="83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700"/>
              <a:t>Drone Relay</a:t>
            </a:r>
            <a:endParaRPr b="0" sz="4700">
              <a:latin typeface="Poppins Black"/>
              <a:ea typeface="Poppins Black"/>
              <a:cs typeface="Poppins Black"/>
              <a:sym typeface="Poppins Black"/>
            </a:endParaRPr>
          </a:p>
        </p:txBody>
      </p:sp>
      <p:sp>
        <p:nvSpPr>
          <p:cNvPr id="166" name="Google Shape;166;p24"/>
          <p:cNvSpPr txBox="1"/>
          <p:nvPr>
            <p:ph idx="1" type="subTitle"/>
          </p:nvPr>
        </p:nvSpPr>
        <p:spPr>
          <a:xfrm>
            <a:off x="720000" y="1532550"/>
            <a:ext cx="4825800" cy="35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Aerial Drone Platform with relays for scenarios of limitation and emergency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Mentors:</a:t>
            </a:r>
            <a:endParaRPr/>
          </a:p>
          <a:p>
            <a:pPr indent="-304800" lvl="0" marL="457200" rtl="0" algn="l">
              <a:spcBef>
                <a:spcPts val="0"/>
              </a:spcBef>
              <a:spcAft>
                <a:spcPts val="0"/>
              </a:spcAft>
              <a:buSzPts val="1200"/>
              <a:buChar char="●"/>
            </a:pPr>
            <a:r>
              <a:rPr lang="en" sz="1200"/>
              <a:t>Prof. Susana Sargento</a:t>
            </a:r>
            <a:endParaRPr sz="1200"/>
          </a:p>
          <a:p>
            <a:pPr indent="-304800" lvl="0" marL="457200" rtl="0" algn="l">
              <a:spcBef>
                <a:spcPts val="0"/>
              </a:spcBef>
              <a:spcAft>
                <a:spcPts val="0"/>
              </a:spcAft>
              <a:buSzPts val="1200"/>
              <a:buChar char="●"/>
            </a:pPr>
            <a:r>
              <a:rPr lang="en" sz="1200"/>
              <a:t>Prof. Miguel Luís	</a:t>
            </a:r>
            <a:endParaRPr sz="1200"/>
          </a:p>
          <a:p>
            <a:pPr indent="-304800" lvl="0" marL="457200" rtl="0" algn="l">
              <a:spcBef>
                <a:spcPts val="0"/>
              </a:spcBef>
              <a:spcAft>
                <a:spcPts val="0"/>
              </a:spcAft>
              <a:buSzPts val="1200"/>
              <a:buChar char="●"/>
            </a:pPr>
            <a:r>
              <a:rPr lang="en" sz="1200"/>
              <a:t>Margarida Silva</a:t>
            </a:r>
            <a:endParaRPr sz="1200"/>
          </a:p>
          <a:p>
            <a:pPr indent="-304800" lvl="0" marL="457200" rtl="0" algn="l">
              <a:spcBef>
                <a:spcPts val="0"/>
              </a:spcBef>
              <a:spcAft>
                <a:spcPts val="0"/>
              </a:spcAft>
              <a:buSzPts val="1200"/>
              <a:buChar char="●"/>
            </a:pPr>
            <a:r>
              <a:rPr lang="en" sz="1200"/>
              <a:t>Nuno Ferreira</a:t>
            </a:r>
            <a:endParaRPr sz="1200"/>
          </a:p>
          <a:p>
            <a:pPr indent="0" lvl="0" marL="0" rtl="0" algn="l">
              <a:spcBef>
                <a:spcPts val="0"/>
              </a:spcBef>
              <a:spcAft>
                <a:spcPts val="0"/>
              </a:spcAft>
              <a:buNone/>
            </a:pPr>
            <a:r>
              <a:t/>
            </a:r>
            <a:endParaRPr/>
          </a:p>
          <a:p>
            <a:pPr indent="0" lvl="0" marL="0" rtl="0" algn="l">
              <a:spcBef>
                <a:spcPts val="0"/>
              </a:spcBef>
              <a:spcAft>
                <a:spcPts val="0"/>
              </a:spcAft>
              <a:buNone/>
            </a:pPr>
            <a:r>
              <a:rPr lang="en"/>
              <a:t>Group 8:</a:t>
            </a:r>
            <a:endParaRPr/>
          </a:p>
          <a:p>
            <a:pPr indent="-304800" lvl="0" marL="457200" rtl="0" algn="l">
              <a:spcBef>
                <a:spcPts val="0"/>
              </a:spcBef>
              <a:spcAft>
                <a:spcPts val="0"/>
              </a:spcAft>
              <a:buSzPts val="1200"/>
              <a:buChar char="●"/>
            </a:pPr>
            <a:r>
              <a:rPr lang="en" sz="1200"/>
              <a:t>Guilherme Amaral Ribeiro Pereira	</a:t>
            </a:r>
            <a:endParaRPr sz="1200"/>
          </a:p>
          <a:p>
            <a:pPr indent="-304800" lvl="0" marL="457200" rtl="0" algn="l">
              <a:spcBef>
                <a:spcPts val="0"/>
              </a:spcBef>
              <a:spcAft>
                <a:spcPts val="0"/>
              </a:spcAft>
              <a:buSzPts val="1200"/>
              <a:buChar char="●"/>
            </a:pPr>
            <a:r>
              <a:rPr lang="en" sz="1200"/>
              <a:t>João Tiago Lacerda Rainho	</a:t>
            </a:r>
            <a:endParaRPr sz="1200"/>
          </a:p>
          <a:p>
            <a:pPr indent="-304800" lvl="0" marL="457200" rtl="0" algn="l">
              <a:spcBef>
                <a:spcPts val="0"/>
              </a:spcBef>
              <a:spcAft>
                <a:spcPts val="0"/>
              </a:spcAft>
              <a:buSzPts val="1200"/>
              <a:buChar char="●"/>
            </a:pPr>
            <a:r>
              <a:rPr lang="en" sz="1200"/>
              <a:t>José Luís Rodrigues Costa</a:t>
            </a:r>
            <a:endParaRPr sz="1200"/>
          </a:p>
          <a:p>
            <a:pPr indent="-304800" lvl="0" marL="457200" rtl="0" algn="l">
              <a:spcBef>
                <a:spcPts val="0"/>
              </a:spcBef>
              <a:spcAft>
                <a:spcPts val="0"/>
              </a:spcAft>
              <a:buSzPts val="1200"/>
              <a:buChar char="●"/>
            </a:pPr>
            <a:r>
              <a:rPr lang="en" sz="1200"/>
              <a:t>Diogo Miguel Rocha Amaral</a:t>
            </a:r>
            <a:endParaRPr sz="1200"/>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167" name="Google Shape;167;p24"/>
          <p:cNvGrpSpPr/>
          <p:nvPr/>
        </p:nvGrpSpPr>
        <p:grpSpPr>
          <a:xfrm rot="1147133">
            <a:off x="5501795" y="636936"/>
            <a:ext cx="3515883" cy="993998"/>
            <a:chOff x="2215075" y="1064425"/>
            <a:chExt cx="1428550" cy="394175"/>
          </a:xfrm>
        </p:grpSpPr>
        <p:sp>
          <p:nvSpPr>
            <p:cNvPr id="168" name="Google Shape;168;p24"/>
            <p:cNvSpPr/>
            <p:nvPr/>
          </p:nvSpPr>
          <p:spPr>
            <a:xfrm>
              <a:off x="2827200" y="1103350"/>
              <a:ext cx="231025" cy="339150"/>
            </a:xfrm>
            <a:custGeom>
              <a:rect b="b" l="l" r="r" t="t"/>
              <a:pathLst>
                <a:path extrusionOk="0" h="13566" w="9241">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4"/>
            <p:cNvSpPr/>
            <p:nvPr/>
          </p:nvSpPr>
          <p:spPr>
            <a:xfrm>
              <a:off x="2875550" y="1207050"/>
              <a:ext cx="147100" cy="123650"/>
            </a:xfrm>
            <a:custGeom>
              <a:rect b="b" l="l" r="r" t="t"/>
              <a:pathLst>
                <a:path extrusionOk="0" h="4946" w="5884">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203B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4"/>
            <p:cNvSpPr/>
            <p:nvPr/>
          </p:nvSpPr>
          <p:spPr>
            <a:xfrm>
              <a:off x="2898900" y="1229075"/>
              <a:ext cx="95375" cy="80750"/>
            </a:xfrm>
            <a:custGeom>
              <a:rect b="b" l="l" r="r" t="t"/>
              <a:pathLst>
                <a:path extrusionOk="0" h="3230" w="3815">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4"/>
            <p:cNvSpPr/>
            <p:nvPr/>
          </p:nvSpPr>
          <p:spPr>
            <a:xfrm>
              <a:off x="2940050" y="1241475"/>
              <a:ext cx="27000" cy="24750"/>
            </a:xfrm>
            <a:custGeom>
              <a:rect b="b" l="l" r="r" t="t"/>
              <a:pathLst>
                <a:path extrusionOk="0" h="990" w="108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4"/>
            <p:cNvSpPr/>
            <p:nvPr/>
          </p:nvSpPr>
          <p:spPr>
            <a:xfrm>
              <a:off x="2920975" y="1282550"/>
              <a:ext cx="13825" cy="12350"/>
            </a:xfrm>
            <a:custGeom>
              <a:rect b="b" l="l" r="r" t="t"/>
              <a:pathLst>
                <a:path extrusionOk="0" h="494" w="553">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4"/>
            <p:cNvSpPr/>
            <p:nvPr/>
          </p:nvSpPr>
          <p:spPr>
            <a:xfrm>
              <a:off x="3205800" y="1195475"/>
              <a:ext cx="270200" cy="64225"/>
            </a:xfrm>
            <a:custGeom>
              <a:rect b="b" l="l" r="r" t="t"/>
              <a:pathLst>
                <a:path extrusionOk="0" h="2569" w="10808">
                  <a:moveTo>
                    <a:pt x="10574" y="0"/>
                  </a:moveTo>
                  <a:lnTo>
                    <a:pt x="0" y="1034"/>
                  </a:lnTo>
                  <a:lnTo>
                    <a:pt x="267" y="2569"/>
                  </a:lnTo>
                  <a:lnTo>
                    <a:pt x="10808" y="1401"/>
                  </a:lnTo>
                  <a:lnTo>
                    <a:pt x="105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4"/>
            <p:cNvSpPr/>
            <p:nvPr/>
          </p:nvSpPr>
          <p:spPr>
            <a:xfrm>
              <a:off x="3420950" y="1134975"/>
              <a:ext cx="105925" cy="154550"/>
            </a:xfrm>
            <a:custGeom>
              <a:rect b="b" l="l" r="r" t="t"/>
              <a:pathLst>
                <a:path extrusionOk="0" h="6182" w="4237">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4"/>
            <p:cNvSpPr/>
            <p:nvPr/>
          </p:nvSpPr>
          <p:spPr>
            <a:xfrm>
              <a:off x="3026500" y="1186300"/>
              <a:ext cx="209350" cy="129275"/>
            </a:xfrm>
            <a:custGeom>
              <a:rect b="b" l="l" r="r" t="t"/>
              <a:pathLst>
                <a:path extrusionOk="0" h="5171" w="8374">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4"/>
            <p:cNvSpPr/>
            <p:nvPr/>
          </p:nvSpPr>
          <p:spPr>
            <a:xfrm>
              <a:off x="3439300" y="1088450"/>
              <a:ext cx="38625" cy="32875"/>
            </a:xfrm>
            <a:custGeom>
              <a:rect b="b" l="l" r="r" t="t"/>
              <a:pathLst>
                <a:path extrusionOk="0" h="1315" w="154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4"/>
            <p:cNvSpPr/>
            <p:nvPr/>
          </p:nvSpPr>
          <p:spPr>
            <a:xfrm>
              <a:off x="3485150" y="1064425"/>
              <a:ext cx="158475" cy="46100"/>
            </a:xfrm>
            <a:custGeom>
              <a:rect b="b" l="l" r="r" t="t"/>
              <a:pathLst>
                <a:path extrusionOk="0" h="1844" w="6339">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4"/>
            <p:cNvSpPr/>
            <p:nvPr/>
          </p:nvSpPr>
          <p:spPr>
            <a:xfrm>
              <a:off x="3270000" y="1099250"/>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4"/>
            <p:cNvSpPr/>
            <p:nvPr/>
          </p:nvSpPr>
          <p:spPr>
            <a:xfrm>
              <a:off x="2416900" y="1305550"/>
              <a:ext cx="265200" cy="92575"/>
            </a:xfrm>
            <a:custGeom>
              <a:rect b="b" l="l" r="r" t="t"/>
              <a:pathLst>
                <a:path extrusionOk="0" h="3703" w="10608">
                  <a:moveTo>
                    <a:pt x="10374" y="0"/>
                  </a:moveTo>
                  <a:lnTo>
                    <a:pt x="0" y="2302"/>
                  </a:lnTo>
                  <a:lnTo>
                    <a:pt x="234" y="3703"/>
                  </a:lnTo>
                  <a:lnTo>
                    <a:pt x="10608" y="1568"/>
                  </a:lnTo>
                  <a:lnTo>
                    <a:pt x="10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4"/>
            <p:cNvSpPr/>
            <p:nvPr/>
          </p:nvSpPr>
          <p:spPr>
            <a:xfrm>
              <a:off x="2366025" y="1303225"/>
              <a:ext cx="105100" cy="155375"/>
            </a:xfrm>
            <a:custGeom>
              <a:rect b="b" l="l" r="r" t="t"/>
              <a:pathLst>
                <a:path extrusionOk="0" h="6215" w="4204">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4"/>
            <p:cNvSpPr/>
            <p:nvPr/>
          </p:nvSpPr>
          <p:spPr>
            <a:xfrm>
              <a:off x="2653725" y="1216325"/>
              <a:ext cx="202675" cy="157000"/>
            </a:xfrm>
            <a:custGeom>
              <a:rect b="b" l="l" r="r" t="t"/>
              <a:pathLst>
                <a:path extrusionOk="0" h="6280" w="8107">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4"/>
            <p:cNvSpPr/>
            <p:nvPr/>
          </p:nvSpPr>
          <p:spPr>
            <a:xfrm>
              <a:off x="2380200" y="1256250"/>
              <a:ext cx="39425" cy="33175"/>
            </a:xfrm>
            <a:custGeom>
              <a:rect b="b" l="l" r="r" t="t"/>
              <a:pathLst>
                <a:path extrusionOk="0" h="1327" w="157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4"/>
            <p:cNvSpPr/>
            <p:nvPr/>
          </p:nvSpPr>
          <p:spPr>
            <a:xfrm>
              <a:off x="2215075" y="1267075"/>
              <a:ext cx="158475" cy="46100"/>
            </a:xfrm>
            <a:custGeom>
              <a:rect b="b" l="l" r="r" t="t"/>
              <a:pathLst>
                <a:path extrusionOk="0" h="1844" w="6339">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4"/>
            <p:cNvSpPr/>
            <p:nvPr/>
          </p:nvSpPr>
          <p:spPr>
            <a:xfrm>
              <a:off x="2429400" y="1232675"/>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 name="Google Shape;185;p24"/>
          <p:cNvGrpSpPr/>
          <p:nvPr/>
        </p:nvGrpSpPr>
        <p:grpSpPr>
          <a:xfrm rot="-201258">
            <a:off x="5253554" y="2595853"/>
            <a:ext cx="3515828" cy="993998"/>
            <a:chOff x="2215075" y="1064425"/>
            <a:chExt cx="1428550" cy="394175"/>
          </a:xfrm>
        </p:grpSpPr>
        <p:sp>
          <p:nvSpPr>
            <p:cNvPr id="186" name="Google Shape;186;p24"/>
            <p:cNvSpPr/>
            <p:nvPr/>
          </p:nvSpPr>
          <p:spPr>
            <a:xfrm>
              <a:off x="2827200" y="1103350"/>
              <a:ext cx="231025" cy="339150"/>
            </a:xfrm>
            <a:custGeom>
              <a:rect b="b" l="l" r="r" t="t"/>
              <a:pathLst>
                <a:path extrusionOk="0" h="13566" w="9241">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4"/>
            <p:cNvSpPr/>
            <p:nvPr/>
          </p:nvSpPr>
          <p:spPr>
            <a:xfrm>
              <a:off x="2875550" y="1207050"/>
              <a:ext cx="147100" cy="123650"/>
            </a:xfrm>
            <a:custGeom>
              <a:rect b="b" l="l" r="r" t="t"/>
              <a:pathLst>
                <a:path extrusionOk="0" h="4946" w="5884">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4"/>
            <p:cNvSpPr/>
            <p:nvPr/>
          </p:nvSpPr>
          <p:spPr>
            <a:xfrm>
              <a:off x="2898900" y="1229075"/>
              <a:ext cx="95375" cy="80750"/>
            </a:xfrm>
            <a:custGeom>
              <a:rect b="b" l="l" r="r" t="t"/>
              <a:pathLst>
                <a:path extrusionOk="0" h="3230" w="3815">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4"/>
            <p:cNvSpPr/>
            <p:nvPr/>
          </p:nvSpPr>
          <p:spPr>
            <a:xfrm>
              <a:off x="2940050" y="1241475"/>
              <a:ext cx="27000" cy="24750"/>
            </a:xfrm>
            <a:custGeom>
              <a:rect b="b" l="l" r="r" t="t"/>
              <a:pathLst>
                <a:path extrusionOk="0" h="990" w="108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a:off x="2920975" y="1282550"/>
              <a:ext cx="13825" cy="12350"/>
            </a:xfrm>
            <a:custGeom>
              <a:rect b="b" l="l" r="r" t="t"/>
              <a:pathLst>
                <a:path extrusionOk="0" h="494" w="553">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4"/>
            <p:cNvSpPr/>
            <p:nvPr/>
          </p:nvSpPr>
          <p:spPr>
            <a:xfrm>
              <a:off x="3205800" y="1195475"/>
              <a:ext cx="270200" cy="64225"/>
            </a:xfrm>
            <a:custGeom>
              <a:rect b="b" l="l" r="r" t="t"/>
              <a:pathLst>
                <a:path extrusionOk="0" h="2569" w="10808">
                  <a:moveTo>
                    <a:pt x="10574" y="0"/>
                  </a:moveTo>
                  <a:lnTo>
                    <a:pt x="0" y="1034"/>
                  </a:lnTo>
                  <a:lnTo>
                    <a:pt x="267" y="2569"/>
                  </a:lnTo>
                  <a:lnTo>
                    <a:pt x="10808" y="1401"/>
                  </a:lnTo>
                  <a:lnTo>
                    <a:pt x="105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4"/>
            <p:cNvSpPr/>
            <p:nvPr/>
          </p:nvSpPr>
          <p:spPr>
            <a:xfrm>
              <a:off x="3420950" y="1134975"/>
              <a:ext cx="105925" cy="154550"/>
            </a:xfrm>
            <a:custGeom>
              <a:rect b="b" l="l" r="r" t="t"/>
              <a:pathLst>
                <a:path extrusionOk="0" h="6182" w="4237">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4"/>
            <p:cNvSpPr/>
            <p:nvPr/>
          </p:nvSpPr>
          <p:spPr>
            <a:xfrm>
              <a:off x="3026500" y="1186300"/>
              <a:ext cx="209350" cy="129275"/>
            </a:xfrm>
            <a:custGeom>
              <a:rect b="b" l="l" r="r" t="t"/>
              <a:pathLst>
                <a:path extrusionOk="0" h="5171" w="8374">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4"/>
            <p:cNvSpPr/>
            <p:nvPr/>
          </p:nvSpPr>
          <p:spPr>
            <a:xfrm>
              <a:off x="3439300" y="1088450"/>
              <a:ext cx="38625" cy="32875"/>
            </a:xfrm>
            <a:custGeom>
              <a:rect b="b" l="l" r="r" t="t"/>
              <a:pathLst>
                <a:path extrusionOk="0" h="1315" w="154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4"/>
            <p:cNvSpPr/>
            <p:nvPr/>
          </p:nvSpPr>
          <p:spPr>
            <a:xfrm>
              <a:off x="3485150" y="1064425"/>
              <a:ext cx="158475" cy="46100"/>
            </a:xfrm>
            <a:custGeom>
              <a:rect b="b" l="l" r="r" t="t"/>
              <a:pathLst>
                <a:path extrusionOk="0" h="1844" w="6339">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4"/>
            <p:cNvSpPr/>
            <p:nvPr/>
          </p:nvSpPr>
          <p:spPr>
            <a:xfrm>
              <a:off x="3270000" y="1099250"/>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4"/>
            <p:cNvSpPr/>
            <p:nvPr/>
          </p:nvSpPr>
          <p:spPr>
            <a:xfrm>
              <a:off x="2416900" y="1305550"/>
              <a:ext cx="265200" cy="92575"/>
            </a:xfrm>
            <a:custGeom>
              <a:rect b="b" l="l" r="r" t="t"/>
              <a:pathLst>
                <a:path extrusionOk="0" h="3703" w="10608">
                  <a:moveTo>
                    <a:pt x="10374" y="0"/>
                  </a:moveTo>
                  <a:lnTo>
                    <a:pt x="0" y="2302"/>
                  </a:lnTo>
                  <a:lnTo>
                    <a:pt x="234" y="3703"/>
                  </a:lnTo>
                  <a:lnTo>
                    <a:pt x="10608" y="1568"/>
                  </a:lnTo>
                  <a:lnTo>
                    <a:pt x="10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4"/>
            <p:cNvSpPr/>
            <p:nvPr/>
          </p:nvSpPr>
          <p:spPr>
            <a:xfrm>
              <a:off x="2366025" y="1303225"/>
              <a:ext cx="105100" cy="155375"/>
            </a:xfrm>
            <a:custGeom>
              <a:rect b="b" l="l" r="r" t="t"/>
              <a:pathLst>
                <a:path extrusionOk="0" h="6215" w="4204">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4"/>
            <p:cNvSpPr/>
            <p:nvPr/>
          </p:nvSpPr>
          <p:spPr>
            <a:xfrm>
              <a:off x="2653725" y="1216325"/>
              <a:ext cx="202675" cy="157000"/>
            </a:xfrm>
            <a:custGeom>
              <a:rect b="b" l="l" r="r" t="t"/>
              <a:pathLst>
                <a:path extrusionOk="0" h="6280" w="8107">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
            <p:cNvSpPr/>
            <p:nvPr/>
          </p:nvSpPr>
          <p:spPr>
            <a:xfrm>
              <a:off x="2380200" y="1256250"/>
              <a:ext cx="39425" cy="33175"/>
            </a:xfrm>
            <a:custGeom>
              <a:rect b="b" l="l" r="r" t="t"/>
              <a:pathLst>
                <a:path extrusionOk="0" h="1327" w="157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a:off x="2215075" y="1267075"/>
              <a:ext cx="158475" cy="46100"/>
            </a:xfrm>
            <a:custGeom>
              <a:rect b="b" l="l" r="r" t="t"/>
              <a:pathLst>
                <a:path extrusionOk="0" h="1844" w="6339">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4"/>
            <p:cNvSpPr/>
            <p:nvPr/>
          </p:nvSpPr>
          <p:spPr>
            <a:xfrm>
              <a:off x="2429400" y="1232675"/>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03" name="Google Shape;203;p24"/>
          <p:cNvPicPr preferRelativeResize="0"/>
          <p:nvPr/>
        </p:nvPicPr>
        <p:blipFill>
          <a:blip r:embed="rId3">
            <a:alphaModFix/>
          </a:blip>
          <a:stretch>
            <a:fillRect/>
          </a:stretch>
        </p:blipFill>
        <p:spPr>
          <a:xfrm>
            <a:off x="5152600" y="4584298"/>
            <a:ext cx="2194525" cy="546200"/>
          </a:xfrm>
          <a:prstGeom prst="rect">
            <a:avLst/>
          </a:prstGeom>
          <a:noFill/>
          <a:ln>
            <a:noFill/>
          </a:ln>
        </p:spPr>
      </p:pic>
      <p:pic>
        <p:nvPicPr>
          <p:cNvPr id="204" name="Google Shape;204;p24"/>
          <p:cNvPicPr preferRelativeResize="0"/>
          <p:nvPr/>
        </p:nvPicPr>
        <p:blipFill>
          <a:blip r:embed="rId4">
            <a:alphaModFix/>
          </a:blip>
          <a:stretch>
            <a:fillRect/>
          </a:stretch>
        </p:blipFill>
        <p:spPr>
          <a:xfrm>
            <a:off x="7495000" y="4521388"/>
            <a:ext cx="1649000" cy="622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pSp>
        <p:nvGrpSpPr>
          <p:cNvPr id="209" name="Google Shape;209;p25"/>
          <p:cNvGrpSpPr/>
          <p:nvPr/>
        </p:nvGrpSpPr>
        <p:grpSpPr>
          <a:xfrm>
            <a:off x="6987018" y="1605406"/>
            <a:ext cx="1285861" cy="917896"/>
            <a:chOff x="3475643" y="585681"/>
            <a:chExt cx="1285861" cy="917896"/>
          </a:xfrm>
        </p:grpSpPr>
        <p:sp>
          <p:nvSpPr>
            <p:cNvPr id="210" name="Google Shape;210;p25"/>
            <p:cNvSpPr/>
            <p:nvPr/>
          </p:nvSpPr>
          <p:spPr>
            <a:xfrm>
              <a:off x="3838492" y="820890"/>
              <a:ext cx="637600" cy="449609"/>
            </a:xfrm>
            <a:custGeom>
              <a:rect b="b" l="l" r="r" t="t"/>
              <a:pathLst>
                <a:path extrusionOk="0" h="15816" w="22429">
                  <a:moveTo>
                    <a:pt x="1341" y="0"/>
                  </a:moveTo>
                  <a:cubicBezTo>
                    <a:pt x="577" y="0"/>
                    <a:pt x="1" y="1157"/>
                    <a:pt x="913" y="1667"/>
                  </a:cubicBezTo>
                  <a:lnTo>
                    <a:pt x="21027" y="15677"/>
                  </a:lnTo>
                  <a:cubicBezTo>
                    <a:pt x="21160" y="15743"/>
                    <a:pt x="21294" y="15810"/>
                    <a:pt x="21461" y="15810"/>
                  </a:cubicBezTo>
                  <a:cubicBezTo>
                    <a:pt x="21488" y="15813"/>
                    <a:pt x="21516" y="15815"/>
                    <a:pt x="21543" y="15815"/>
                  </a:cubicBezTo>
                  <a:cubicBezTo>
                    <a:pt x="21787" y="15815"/>
                    <a:pt x="22045" y="15686"/>
                    <a:pt x="22195" y="15476"/>
                  </a:cubicBezTo>
                  <a:cubicBezTo>
                    <a:pt x="22428" y="15076"/>
                    <a:pt x="22328" y="14542"/>
                    <a:pt x="21928" y="14309"/>
                  </a:cubicBezTo>
                  <a:lnTo>
                    <a:pt x="1913" y="232"/>
                  </a:lnTo>
                  <a:cubicBezTo>
                    <a:pt x="1724" y="69"/>
                    <a:pt x="1527" y="0"/>
                    <a:pt x="13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5"/>
            <p:cNvSpPr/>
            <p:nvPr/>
          </p:nvSpPr>
          <p:spPr>
            <a:xfrm>
              <a:off x="3848299" y="1187747"/>
              <a:ext cx="627793" cy="113881"/>
            </a:xfrm>
            <a:custGeom>
              <a:rect b="b" l="l" r="r" t="t"/>
              <a:pathLst>
                <a:path extrusionOk="0" h="4006" w="22084">
                  <a:moveTo>
                    <a:pt x="21057" y="0"/>
                  </a:moveTo>
                  <a:cubicBezTo>
                    <a:pt x="21033" y="0"/>
                    <a:pt x="21008" y="1"/>
                    <a:pt x="20982" y="3"/>
                  </a:cubicBezTo>
                  <a:lnTo>
                    <a:pt x="868" y="2238"/>
                  </a:lnTo>
                  <a:cubicBezTo>
                    <a:pt x="368" y="2305"/>
                    <a:pt x="1" y="2738"/>
                    <a:pt x="101" y="3239"/>
                  </a:cubicBezTo>
                  <a:cubicBezTo>
                    <a:pt x="201" y="3672"/>
                    <a:pt x="601" y="3972"/>
                    <a:pt x="1035" y="4006"/>
                  </a:cubicBezTo>
                  <a:lnTo>
                    <a:pt x="1201" y="4006"/>
                  </a:lnTo>
                  <a:lnTo>
                    <a:pt x="21282" y="1671"/>
                  </a:lnTo>
                  <a:cubicBezTo>
                    <a:pt x="21749" y="1637"/>
                    <a:pt x="22083" y="1204"/>
                    <a:pt x="21983" y="737"/>
                  </a:cubicBezTo>
                  <a:cubicBezTo>
                    <a:pt x="21888" y="293"/>
                    <a:pt x="21522" y="0"/>
                    <a:pt x="2105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5"/>
            <p:cNvSpPr/>
            <p:nvPr/>
          </p:nvSpPr>
          <p:spPr>
            <a:xfrm>
              <a:off x="3818905" y="684467"/>
              <a:ext cx="114762" cy="290330"/>
            </a:xfrm>
            <a:custGeom>
              <a:rect b="b" l="l" r="r" t="t"/>
              <a:pathLst>
                <a:path extrusionOk="0" h="10213" w="4037">
                  <a:moveTo>
                    <a:pt x="1311" y="1"/>
                  </a:moveTo>
                  <a:cubicBezTo>
                    <a:pt x="617" y="1"/>
                    <a:pt x="30" y="585"/>
                    <a:pt x="1" y="1329"/>
                  </a:cubicBezTo>
                  <a:lnTo>
                    <a:pt x="1" y="8500"/>
                  </a:lnTo>
                  <a:cubicBezTo>
                    <a:pt x="67" y="9334"/>
                    <a:pt x="734" y="10035"/>
                    <a:pt x="1568" y="10101"/>
                  </a:cubicBezTo>
                  <a:lnTo>
                    <a:pt x="2469" y="10202"/>
                  </a:lnTo>
                  <a:cubicBezTo>
                    <a:pt x="2528" y="10209"/>
                    <a:pt x="2586" y="10212"/>
                    <a:pt x="2643" y="10212"/>
                  </a:cubicBezTo>
                  <a:cubicBezTo>
                    <a:pt x="3373" y="10212"/>
                    <a:pt x="4003" y="9640"/>
                    <a:pt x="4003" y="8867"/>
                  </a:cubicBezTo>
                  <a:lnTo>
                    <a:pt x="4037" y="1796"/>
                  </a:lnTo>
                  <a:cubicBezTo>
                    <a:pt x="4003" y="928"/>
                    <a:pt x="3336" y="228"/>
                    <a:pt x="2469" y="128"/>
                  </a:cubicBezTo>
                  <a:lnTo>
                    <a:pt x="1568" y="28"/>
                  </a:lnTo>
                  <a:cubicBezTo>
                    <a:pt x="1481" y="9"/>
                    <a:pt x="1395" y="1"/>
                    <a:pt x="1311"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5"/>
            <p:cNvSpPr/>
            <p:nvPr/>
          </p:nvSpPr>
          <p:spPr>
            <a:xfrm>
              <a:off x="3836132" y="906883"/>
              <a:ext cx="79512" cy="172384"/>
            </a:xfrm>
            <a:custGeom>
              <a:rect b="b" l="l" r="r" t="t"/>
              <a:pathLst>
                <a:path extrusionOk="0" h="6064" w="2797">
                  <a:moveTo>
                    <a:pt x="601" y="1"/>
                  </a:moveTo>
                  <a:cubicBezTo>
                    <a:pt x="274" y="1"/>
                    <a:pt x="1" y="308"/>
                    <a:pt x="62" y="643"/>
                  </a:cubicBezTo>
                  <a:lnTo>
                    <a:pt x="762" y="5480"/>
                  </a:lnTo>
                  <a:cubicBezTo>
                    <a:pt x="835" y="5860"/>
                    <a:pt x="1172" y="6063"/>
                    <a:pt x="1482" y="6063"/>
                  </a:cubicBezTo>
                  <a:cubicBezTo>
                    <a:pt x="1743" y="6063"/>
                    <a:pt x="1984" y="5918"/>
                    <a:pt x="2030" y="5613"/>
                  </a:cubicBezTo>
                  <a:lnTo>
                    <a:pt x="2764" y="910"/>
                  </a:lnTo>
                  <a:cubicBezTo>
                    <a:pt x="2797" y="543"/>
                    <a:pt x="2497" y="209"/>
                    <a:pt x="2130" y="176"/>
                  </a:cubicBezTo>
                  <a:lnTo>
                    <a:pt x="695" y="9"/>
                  </a:lnTo>
                  <a:cubicBezTo>
                    <a:pt x="664" y="3"/>
                    <a:pt x="632" y="1"/>
                    <a:pt x="601"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5"/>
            <p:cNvSpPr/>
            <p:nvPr/>
          </p:nvSpPr>
          <p:spPr>
            <a:xfrm>
              <a:off x="3876755" y="585681"/>
              <a:ext cx="375527" cy="77778"/>
            </a:xfrm>
            <a:custGeom>
              <a:rect b="b" l="l" r="r" t="t"/>
              <a:pathLst>
                <a:path extrusionOk="0" h="2736" w="13210">
                  <a:moveTo>
                    <a:pt x="4103" y="0"/>
                  </a:moveTo>
                  <a:lnTo>
                    <a:pt x="0" y="1868"/>
                  </a:lnTo>
                  <a:lnTo>
                    <a:pt x="13210" y="2735"/>
                  </a:lnTo>
                  <a:lnTo>
                    <a:pt x="410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5"/>
            <p:cNvSpPr/>
            <p:nvPr/>
          </p:nvSpPr>
          <p:spPr>
            <a:xfrm>
              <a:off x="3475643" y="611266"/>
              <a:ext cx="401140" cy="80649"/>
            </a:xfrm>
            <a:custGeom>
              <a:rect b="b" l="l" r="r" t="t"/>
              <a:pathLst>
                <a:path extrusionOk="0" h="2837" w="14111">
                  <a:moveTo>
                    <a:pt x="0" y="1"/>
                  </a:moveTo>
                  <a:lnTo>
                    <a:pt x="9941" y="2836"/>
                  </a:lnTo>
                  <a:lnTo>
                    <a:pt x="14110" y="968"/>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
            <p:cNvSpPr/>
            <p:nvPr/>
          </p:nvSpPr>
          <p:spPr>
            <a:xfrm>
              <a:off x="3826495" y="1173249"/>
              <a:ext cx="96739" cy="242344"/>
            </a:xfrm>
            <a:custGeom>
              <a:rect b="b" l="l" r="r" t="t"/>
              <a:pathLst>
                <a:path extrusionOk="0" h="8525" w="3403">
                  <a:moveTo>
                    <a:pt x="1166" y="0"/>
                  </a:moveTo>
                  <a:cubicBezTo>
                    <a:pt x="540" y="0"/>
                    <a:pt x="31" y="503"/>
                    <a:pt x="0" y="1147"/>
                  </a:cubicBezTo>
                  <a:lnTo>
                    <a:pt x="0" y="7151"/>
                  </a:lnTo>
                  <a:cubicBezTo>
                    <a:pt x="34" y="7885"/>
                    <a:pt x="634" y="8452"/>
                    <a:pt x="1335" y="8485"/>
                  </a:cubicBezTo>
                  <a:lnTo>
                    <a:pt x="2102" y="8519"/>
                  </a:lnTo>
                  <a:cubicBezTo>
                    <a:pt x="2142" y="8522"/>
                    <a:pt x="2181" y="8524"/>
                    <a:pt x="2220" y="8524"/>
                  </a:cubicBezTo>
                  <a:cubicBezTo>
                    <a:pt x="2869" y="8524"/>
                    <a:pt x="3403" y="8014"/>
                    <a:pt x="3403" y="7384"/>
                  </a:cubicBezTo>
                  <a:lnTo>
                    <a:pt x="3403" y="1414"/>
                  </a:lnTo>
                  <a:cubicBezTo>
                    <a:pt x="3369" y="680"/>
                    <a:pt x="2802" y="113"/>
                    <a:pt x="2102" y="79"/>
                  </a:cubicBezTo>
                  <a:lnTo>
                    <a:pt x="1335" y="13"/>
                  </a:lnTo>
                  <a:cubicBezTo>
                    <a:pt x="1278" y="4"/>
                    <a:pt x="1221" y="0"/>
                    <a:pt x="1166"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5"/>
            <p:cNvSpPr/>
            <p:nvPr/>
          </p:nvSpPr>
          <p:spPr>
            <a:xfrm>
              <a:off x="3841761" y="1360330"/>
              <a:ext cx="67259" cy="143246"/>
            </a:xfrm>
            <a:custGeom>
              <a:rect b="b" l="l" r="r" t="t"/>
              <a:pathLst>
                <a:path extrusionOk="0" h="5039" w="2366">
                  <a:moveTo>
                    <a:pt x="541" y="0"/>
                  </a:moveTo>
                  <a:cubicBezTo>
                    <a:pt x="235" y="0"/>
                    <a:pt x="1" y="255"/>
                    <a:pt x="64" y="570"/>
                  </a:cubicBezTo>
                  <a:lnTo>
                    <a:pt x="664" y="4573"/>
                  </a:lnTo>
                  <a:cubicBezTo>
                    <a:pt x="700" y="4878"/>
                    <a:pt x="948" y="5038"/>
                    <a:pt x="1201" y="5038"/>
                  </a:cubicBezTo>
                  <a:cubicBezTo>
                    <a:pt x="1418" y="5038"/>
                    <a:pt x="1639" y="4920"/>
                    <a:pt x="1732" y="4673"/>
                  </a:cubicBezTo>
                  <a:lnTo>
                    <a:pt x="2332" y="703"/>
                  </a:lnTo>
                  <a:cubicBezTo>
                    <a:pt x="2365" y="370"/>
                    <a:pt x="2132" y="103"/>
                    <a:pt x="1798" y="70"/>
                  </a:cubicBezTo>
                  <a:lnTo>
                    <a:pt x="598" y="3"/>
                  </a:lnTo>
                  <a:cubicBezTo>
                    <a:pt x="579" y="1"/>
                    <a:pt x="560" y="0"/>
                    <a:pt x="5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5"/>
            <p:cNvSpPr/>
            <p:nvPr/>
          </p:nvSpPr>
          <p:spPr>
            <a:xfrm>
              <a:off x="3851142" y="1149654"/>
              <a:ext cx="49350" cy="46934"/>
            </a:xfrm>
            <a:custGeom>
              <a:rect b="b" l="l" r="r" t="t"/>
              <a:pathLst>
                <a:path extrusionOk="0" h="1651" w="1736">
                  <a:moveTo>
                    <a:pt x="749" y="0"/>
                  </a:moveTo>
                  <a:cubicBezTo>
                    <a:pt x="335" y="0"/>
                    <a:pt x="1" y="316"/>
                    <a:pt x="1" y="742"/>
                  </a:cubicBezTo>
                  <a:cubicBezTo>
                    <a:pt x="1" y="1243"/>
                    <a:pt x="401" y="1610"/>
                    <a:pt x="868" y="1643"/>
                  </a:cubicBezTo>
                  <a:cubicBezTo>
                    <a:pt x="905" y="1648"/>
                    <a:pt x="942" y="1651"/>
                    <a:pt x="978" y="1651"/>
                  </a:cubicBezTo>
                  <a:cubicBezTo>
                    <a:pt x="1396" y="1651"/>
                    <a:pt x="1735" y="1308"/>
                    <a:pt x="1735" y="909"/>
                  </a:cubicBezTo>
                  <a:cubicBezTo>
                    <a:pt x="1735" y="409"/>
                    <a:pt x="1335" y="42"/>
                    <a:pt x="868" y="9"/>
                  </a:cubicBezTo>
                  <a:cubicBezTo>
                    <a:pt x="828" y="3"/>
                    <a:pt x="788" y="0"/>
                    <a:pt x="749"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5"/>
            <p:cNvSpPr/>
            <p:nvPr/>
          </p:nvSpPr>
          <p:spPr>
            <a:xfrm>
              <a:off x="3875789" y="1084442"/>
              <a:ext cx="261760" cy="53131"/>
            </a:xfrm>
            <a:custGeom>
              <a:rect b="b" l="l" r="r" t="t"/>
              <a:pathLst>
                <a:path extrusionOk="0" h="1869" w="9208">
                  <a:moveTo>
                    <a:pt x="2836" y="1"/>
                  </a:moveTo>
                  <a:lnTo>
                    <a:pt x="1" y="1769"/>
                  </a:lnTo>
                  <a:lnTo>
                    <a:pt x="9208" y="1869"/>
                  </a:lnTo>
                  <a:lnTo>
                    <a:pt x="2836"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5"/>
            <p:cNvSpPr/>
            <p:nvPr/>
          </p:nvSpPr>
          <p:spPr>
            <a:xfrm>
              <a:off x="3602714" y="1131859"/>
              <a:ext cx="273103" cy="53131"/>
            </a:xfrm>
            <a:custGeom>
              <a:rect b="b" l="l" r="r" t="t"/>
              <a:pathLst>
                <a:path extrusionOk="0" h="1869" w="9607">
                  <a:moveTo>
                    <a:pt x="0" y="1"/>
                  </a:moveTo>
                  <a:lnTo>
                    <a:pt x="6738" y="1869"/>
                  </a:lnTo>
                  <a:lnTo>
                    <a:pt x="9607" y="101"/>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5"/>
            <p:cNvSpPr/>
            <p:nvPr/>
          </p:nvSpPr>
          <p:spPr>
            <a:xfrm>
              <a:off x="4120862" y="1027046"/>
              <a:ext cx="640642" cy="276855"/>
            </a:xfrm>
            <a:custGeom>
              <a:rect b="b" l="l" r="r" t="t"/>
              <a:pathLst>
                <a:path extrusionOk="0" h="9739" w="22536">
                  <a:moveTo>
                    <a:pt x="3047" y="0"/>
                  </a:moveTo>
                  <a:cubicBezTo>
                    <a:pt x="1242" y="0"/>
                    <a:pt x="1" y="1914"/>
                    <a:pt x="853" y="3588"/>
                  </a:cubicBezTo>
                  <a:lnTo>
                    <a:pt x="1921" y="5923"/>
                  </a:lnTo>
                  <a:cubicBezTo>
                    <a:pt x="2688" y="7624"/>
                    <a:pt x="4323" y="8791"/>
                    <a:pt x="6191" y="8958"/>
                  </a:cubicBezTo>
                  <a:lnTo>
                    <a:pt x="16698" y="9725"/>
                  </a:lnTo>
                  <a:cubicBezTo>
                    <a:pt x="16807" y="9734"/>
                    <a:pt x="16916" y="9739"/>
                    <a:pt x="17024" y="9739"/>
                  </a:cubicBezTo>
                  <a:cubicBezTo>
                    <a:pt x="18572" y="9739"/>
                    <a:pt x="20017" y="8860"/>
                    <a:pt x="20734" y="7457"/>
                  </a:cubicBezTo>
                  <a:lnTo>
                    <a:pt x="21768" y="5389"/>
                  </a:lnTo>
                  <a:cubicBezTo>
                    <a:pt x="22536" y="3721"/>
                    <a:pt x="21435" y="1753"/>
                    <a:pt x="19633" y="1586"/>
                  </a:cubicBezTo>
                  <a:lnTo>
                    <a:pt x="3355" y="19"/>
                  </a:lnTo>
                  <a:cubicBezTo>
                    <a:pt x="3251" y="6"/>
                    <a:pt x="3148" y="0"/>
                    <a:pt x="304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5"/>
            <p:cNvSpPr/>
            <p:nvPr/>
          </p:nvSpPr>
          <p:spPr>
            <a:xfrm>
              <a:off x="4147016" y="1098911"/>
              <a:ext cx="588876" cy="204991"/>
            </a:xfrm>
            <a:custGeom>
              <a:rect b="b" l="l" r="r" t="t"/>
              <a:pathLst>
                <a:path extrusionOk="0" h="7211" w="20715">
                  <a:moveTo>
                    <a:pt x="2089" y="1"/>
                  </a:moveTo>
                  <a:cubicBezTo>
                    <a:pt x="1977" y="1"/>
                    <a:pt x="1868" y="9"/>
                    <a:pt x="1768" y="26"/>
                  </a:cubicBezTo>
                  <a:cubicBezTo>
                    <a:pt x="634" y="192"/>
                    <a:pt x="0" y="1460"/>
                    <a:pt x="567" y="2461"/>
                  </a:cubicBezTo>
                  <a:lnTo>
                    <a:pt x="1001" y="3428"/>
                  </a:lnTo>
                  <a:cubicBezTo>
                    <a:pt x="1768" y="5129"/>
                    <a:pt x="3403" y="6263"/>
                    <a:pt x="5271" y="6430"/>
                  </a:cubicBezTo>
                  <a:lnTo>
                    <a:pt x="15778" y="7197"/>
                  </a:lnTo>
                  <a:cubicBezTo>
                    <a:pt x="15887" y="7206"/>
                    <a:pt x="15996" y="7211"/>
                    <a:pt x="16104" y="7211"/>
                  </a:cubicBezTo>
                  <a:cubicBezTo>
                    <a:pt x="17656" y="7211"/>
                    <a:pt x="19131" y="6330"/>
                    <a:pt x="19848" y="4896"/>
                  </a:cubicBezTo>
                  <a:lnTo>
                    <a:pt x="20248" y="4062"/>
                  </a:lnTo>
                  <a:cubicBezTo>
                    <a:pt x="20715" y="3095"/>
                    <a:pt x="20248" y="1960"/>
                    <a:pt x="19247" y="1560"/>
                  </a:cubicBezTo>
                  <a:cubicBezTo>
                    <a:pt x="19047" y="1493"/>
                    <a:pt x="18847" y="1460"/>
                    <a:pt x="18647" y="1460"/>
                  </a:cubicBezTo>
                  <a:lnTo>
                    <a:pt x="2435" y="26"/>
                  </a:lnTo>
                  <a:cubicBezTo>
                    <a:pt x="2318" y="9"/>
                    <a:pt x="2202" y="1"/>
                    <a:pt x="208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 name="Google Shape;223;p25"/>
          <p:cNvSpPr/>
          <p:nvPr/>
        </p:nvSpPr>
        <p:spPr>
          <a:xfrm>
            <a:off x="7807394" y="2135409"/>
            <a:ext cx="286407" cy="234783"/>
          </a:xfrm>
          <a:custGeom>
            <a:rect b="b" l="l" r="r" t="t"/>
            <a:pathLst>
              <a:path extrusionOk="0" h="8259" w="10075">
                <a:moveTo>
                  <a:pt x="3708" y="0"/>
                </a:moveTo>
                <a:cubicBezTo>
                  <a:pt x="1609" y="0"/>
                  <a:pt x="28" y="569"/>
                  <a:pt x="0" y="2871"/>
                </a:cubicBezTo>
                <a:cubicBezTo>
                  <a:pt x="0" y="5706"/>
                  <a:pt x="2169" y="8041"/>
                  <a:pt x="5004" y="8241"/>
                </a:cubicBezTo>
                <a:cubicBezTo>
                  <a:pt x="5138" y="8253"/>
                  <a:pt x="5271" y="8259"/>
                  <a:pt x="5404" y="8259"/>
                </a:cubicBezTo>
                <a:cubicBezTo>
                  <a:pt x="7902" y="8259"/>
                  <a:pt x="10009" y="6206"/>
                  <a:pt x="10041" y="3671"/>
                </a:cubicBezTo>
                <a:cubicBezTo>
                  <a:pt x="10074" y="936"/>
                  <a:pt x="7906" y="302"/>
                  <a:pt x="5137" y="69"/>
                </a:cubicBezTo>
                <a:cubicBezTo>
                  <a:pt x="4644" y="27"/>
                  <a:pt x="4163" y="0"/>
                  <a:pt x="3708" y="0"/>
                </a:cubicBezTo>
                <a:close/>
              </a:path>
            </a:pathLst>
          </a:custGeom>
          <a:solidFill>
            <a:srgbClr val="203B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5"/>
          <p:cNvSpPr/>
          <p:nvPr/>
        </p:nvSpPr>
        <p:spPr>
          <a:xfrm>
            <a:off x="7905540" y="2206654"/>
            <a:ext cx="90115" cy="92304"/>
          </a:xfrm>
          <a:custGeom>
            <a:rect b="b" l="l" r="r" t="t"/>
            <a:pathLst>
              <a:path extrusionOk="0" h="3247" w="3170">
                <a:moveTo>
                  <a:pt x="1413" y="1"/>
                </a:moveTo>
                <a:cubicBezTo>
                  <a:pt x="1055" y="1"/>
                  <a:pt x="707" y="133"/>
                  <a:pt x="467" y="373"/>
                </a:cubicBezTo>
                <a:cubicBezTo>
                  <a:pt x="167" y="673"/>
                  <a:pt x="0" y="1040"/>
                  <a:pt x="0" y="1473"/>
                </a:cubicBezTo>
                <a:cubicBezTo>
                  <a:pt x="33" y="2374"/>
                  <a:pt x="734" y="3141"/>
                  <a:pt x="1668" y="3241"/>
                </a:cubicBezTo>
                <a:cubicBezTo>
                  <a:pt x="1705" y="3245"/>
                  <a:pt x="1742" y="3246"/>
                  <a:pt x="1780" y="3246"/>
                </a:cubicBezTo>
                <a:cubicBezTo>
                  <a:pt x="2115" y="3246"/>
                  <a:pt x="2466" y="3114"/>
                  <a:pt x="2735" y="2874"/>
                </a:cubicBezTo>
                <a:cubicBezTo>
                  <a:pt x="3036" y="2608"/>
                  <a:pt x="3169" y="2207"/>
                  <a:pt x="3169" y="1807"/>
                </a:cubicBezTo>
                <a:cubicBezTo>
                  <a:pt x="3169" y="873"/>
                  <a:pt x="2435" y="106"/>
                  <a:pt x="1535" y="6"/>
                </a:cubicBezTo>
                <a:cubicBezTo>
                  <a:pt x="1494" y="2"/>
                  <a:pt x="1454" y="1"/>
                  <a:pt x="1413"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5"/>
          <p:cNvSpPr/>
          <p:nvPr/>
        </p:nvSpPr>
        <p:spPr>
          <a:xfrm>
            <a:off x="7877585" y="2179535"/>
            <a:ext cx="146032" cy="146544"/>
          </a:xfrm>
          <a:custGeom>
            <a:rect b="b" l="l" r="r" t="t"/>
            <a:pathLst>
              <a:path extrusionOk="0" h="5155" w="5137">
                <a:moveTo>
                  <a:pt x="2345" y="0"/>
                </a:moveTo>
                <a:cubicBezTo>
                  <a:pt x="1046" y="0"/>
                  <a:pt x="1" y="1087"/>
                  <a:pt x="1" y="2412"/>
                </a:cubicBezTo>
                <a:cubicBezTo>
                  <a:pt x="34" y="3847"/>
                  <a:pt x="1135" y="5014"/>
                  <a:pt x="2569" y="5148"/>
                </a:cubicBezTo>
                <a:cubicBezTo>
                  <a:pt x="2629" y="5152"/>
                  <a:pt x="2687" y="5154"/>
                  <a:pt x="2746" y="5154"/>
                </a:cubicBezTo>
                <a:cubicBezTo>
                  <a:pt x="4067" y="5154"/>
                  <a:pt x="5136" y="4088"/>
                  <a:pt x="5104" y="2746"/>
                </a:cubicBezTo>
                <a:cubicBezTo>
                  <a:pt x="5104" y="1312"/>
                  <a:pt x="4004" y="111"/>
                  <a:pt x="2569" y="11"/>
                </a:cubicBezTo>
                <a:cubicBezTo>
                  <a:pt x="2494" y="4"/>
                  <a:pt x="2419" y="0"/>
                  <a:pt x="2345"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5"/>
          <p:cNvSpPr/>
          <p:nvPr/>
        </p:nvSpPr>
        <p:spPr>
          <a:xfrm>
            <a:off x="7877585" y="2179535"/>
            <a:ext cx="146032" cy="146544"/>
          </a:xfrm>
          <a:custGeom>
            <a:rect b="b" l="l" r="r" t="t"/>
            <a:pathLst>
              <a:path extrusionOk="0" h="5155" w="5137">
                <a:moveTo>
                  <a:pt x="2345" y="0"/>
                </a:moveTo>
                <a:cubicBezTo>
                  <a:pt x="1046" y="0"/>
                  <a:pt x="1" y="1087"/>
                  <a:pt x="1" y="2412"/>
                </a:cubicBezTo>
                <a:cubicBezTo>
                  <a:pt x="34" y="3847"/>
                  <a:pt x="1135" y="5014"/>
                  <a:pt x="2569" y="5148"/>
                </a:cubicBezTo>
                <a:cubicBezTo>
                  <a:pt x="2629" y="5152"/>
                  <a:pt x="2687" y="5154"/>
                  <a:pt x="2746" y="5154"/>
                </a:cubicBezTo>
                <a:cubicBezTo>
                  <a:pt x="4067" y="5154"/>
                  <a:pt x="5136" y="4088"/>
                  <a:pt x="5104" y="2746"/>
                </a:cubicBezTo>
                <a:cubicBezTo>
                  <a:pt x="5104" y="1312"/>
                  <a:pt x="4004" y="111"/>
                  <a:pt x="2569" y="11"/>
                </a:cubicBezTo>
                <a:cubicBezTo>
                  <a:pt x="2494" y="4"/>
                  <a:pt x="2419" y="0"/>
                  <a:pt x="2345"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5"/>
          <p:cNvSpPr/>
          <p:nvPr/>
        </p:nvSpPr>
        <p:spPr>
          <a:xfrm>
            <a:off x="8183707" y="1843437"/>
            <a:ext cx="579409" cy="327115"/>
          </a:xfrm>
          <a:custGeom>
            <a:rect b="b" l="l" r="r" t="t"/>
            <a:pathLst>
              <a:path extrusionOk="0" h="11507" w="20382">
                <a:moveTo>
                  <a:pt x="19468" y="0"/>
                </a:moveTo>
                <a:cubicBezTo>
                  <a:pt x="19350" y="0"/>
                  <a:pt x="19229" y="27"/>
                  <a:pt x="19114" y="85"/>
                </a:cubicBezTo>
                <a:lnTo>
                  <a:pt x="534" y="9925"/>
                </a:lnTo>
                <a:cubicBezTo>
                  <a:pt x="134" y="10125"/>
                  <a:pt x="0" y="10659"/>
                  <a:pt x="234" y="11059"/>
                </a:cubicBezTo>
                <a:cubicBezTo>
                  <a:pt x="401" y="11326"/>
                  <a:pt x="667" y="11493"/>
                  <a:pt x="968" y="11493"/>
                </a:cubicBezTo>
                <a:cubicBezTo>
                  <a:pt x="1012" y="11502"/>
                  <a:pt x="1055" y="11506"/>
                  <a:pt x="1095" y="11506"/>
                </a:cubicBezTo>
                <a:cubicBezTo>
                  <a:pt x="1206" y="11506"/>
                  <a:pt x="1304" y="11475"/>
                  <a:pt x="1401" y="11426"/>
                </a:cubicBezTo>
                <a:lnTo>
                  <a:pt x="19881" y="1553"/>
                </a:lnTo>
                <a:cubicBezTo>
                  <a:pt x="20248" y="1319"/>
                  <a:pt x="20382" y="819"/>
                  <a:pt x="20181" y="452"/>
                </a:cubicBezTo>
                <a:cubicBezTo>
                  <a:pt x="20039" y="167"/>
                  <a:pt x="19761" y="0"/>
                  <a:pt x="19468"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
          <p:cNvSpPr/>
          <p:nvPr/>
        </p:nvSpPr>
        <p:spPr>
          <a:xfrm>
            <a:off x="8705869" y="1746087"/>
            <a:ext cx="99610" cy="262045"/>
          </a:xfrm>
          <a:custGeom>
            <a:rect b="b" l="l" r="r" t="t"/>
            <a:pathLst>
              <a:path extrusionOk="0" h="9218" w="3504">
                <a:moveTo>
                  <a:pt x="1390" y="1"/>
                </a:moveTo>
                <a:cubicBezTo>
                  <a:pt x="738" y="1"/>
                  <a:pt x="201" y="544"/>
                  <a:pt x="201" y="1207"/>
                </a:cubicBezTo>
                <a:lnTo>
                  <a:pt x="34" y="7678"/>
                </a:lnTo>
                <a:cubicBezTo>
                  <a:pt x="1" y="8412"/>
                  <a:pt x="534" y="9046"/>
                  <a:pt x="1235" y="9146"/>
                </a:cubicBezTo>
                <a:lnTo>
                  <a:pt x="1969" y="9213"/>
                </a:lnTo>
                <a:cubicBezTo>
                  <a:pt x="2006" y="9216"/>
                  <a:pt x="2044" y="9218"/>
                  <a:pt x="2081" y="9218"/>
                </a:cubicBezTo>
                <a:cubicBezTo>
                  <a:pt x="2732" y="9218"/>
                  <a:pt x="3270" y="8675"/>
                  <a:pt x="3270" y="8012"/>
                </a:cubicBezTo>
                <a:lnTo>
                  <a:pt x="3470" y="1607"/>
                </a:lnTo>
                <a:cubicBezTo>
                  <a:pt x="3503" y="873"/>
                  <a:pt x="2969" y="239"/>
                  <a:pt x="2269" y="106"/>
                </a:cubicBezTo>
                <a:lnTo>
                  <a:pt x="1502" y="6"/>
                </a:lnTo>
                <a:cubicBezTo>
                  <a:pt x="1464" y="2"/>
                  <a:pt x="1427" y="1"/>
                  <a:pt x="1390"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 name="Google Shape;229;p25"/>
          <p:cNvGrpSpPr/>
          <p:nvPr/>
        </p:nvGrpSpPr>
        <p:grpSpPr>
          <a:xfrm>
            <a:off x="8367356" y="1685081"/>
            <a:ext cx="776639" cy="106234"/>
            <a:chOff x="3475643" y="585681"/>
            <a:chExt cx="776639" cy="106234"/>
          </a:xfrm>
        </p:grpSpPr>
        <p:sp>
          <p:nvSpPr>
            <p:cNvPr id="230" name="Google Shape;230;p25"/>
            <p:cNvSpPr/>
            <p:nvPr/>
          </p:nvSpPr>
          <p:spPr>
            <a:xfrm>
              <a:off x="3876755" y="585681"/>
              <a:ext cx="375527" cy="77778"/>
            </a:xfrm>
            <a:custGeom>
              <a:rect b="b" l="l" r="r" t="t"/>
              <a:pathLst>
                <a:path extrusionOk="0" h="2736" w="13210">
                  <a:moveTo>
                    <a:pt x="4103" y="0"/>
                  </a:moveTo>
                  <a:lnTo>
                    <a:pt x="0" y="1868"/>
                  </a:lnTo>
                  <a:lnTo>
                    <a:pt x="13210" y="2735"/>
                  </a:lnTo>
                  <a:lnTo>
                    <a:pt x="410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5"/>
            <p:cNvSpPr/>
            <p:nvPr/>
          </p:nvSpPr>
          <p:spPr>
            <a:xfrm>
              <a:off x="3475643" y="611266"/>
              <a:ext cx="401140" cy="80649"/>
            </a:xfrm>
            <a:custGeom>
              <a:rect b="b" l="l" r="r" t="t"/>
              <a:pathLst>
                <a:path extrusionOk="0" h="2837" w="14111">
                  <a:moveTo>
                    <a:pt x="0" y="1"/>
                  </a:moveTo>
                  <a:lnTo>
                    <a:pt x="9941" y="2836"/>
                  </a:lnTo>
                  <a:lnTo>
                    <a:pt x="14110" y="968"/>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25"/>
          <p:cNvGrpSpPr/>
          <p:nvPr/>
        </p:nvGrpSpPr>
        <p:grpSpPr>
          <a:xfrm>
            <a:off x="8395164" y="2162579"/>
            <a:ext cx="534835" cy="100548"/>
            <a:chOff x="3602714" y="1084442"/>
            <a:chExt cx="534835" cy="100548"/>
          </a:xfrm>
        </p:grpSpPr>
        <p:sp>
          <p:nvSpPr>
            <p:cNvPr id="233" name="Google Shape;233;p25"/>
            <p:cNvSpPr/>
            <p:nvPr/>
          </p:nvSpPr>
          <p:spPr>
            <a:xfrm>
              <a:off x="3875789" y="1084442"/>
              <a:ext cx="261760" cy="53131"/>
            </a:xfrm>
            <a:custGeom>
              <a:rect b="b" l="l" r="r" t="t"/>
              <a:pathLst>
                <a:path extrusionOk="0" h="1869" w="9208">
                  <a:moveTo>
                    <a:pt x="2836" y="1"/>
                  </a:moveTo>
                  <a:lnTo>
                    <a:pt x="1" y="1769"/>
                  </a:lnTo>
                  <a:lnTo>
                    <a:pt x="9208" y="1869"/>
                  </a:lnTo>
                  <a:lnTo>
                    <a:pt x="2836"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a:off x="3602714" y="1131859"/>
              <a:ext cx="273103" cy="53131"/>
            </a:xfrm>
            <a:custGeom>
              <a:rect b="b" l="l" r="r" t="t"/>
              <a:pathLst>
                <a:path extrusionOk="0" h="1869" w="9607">
                  <a:moveTo>
                    <a:pt x="0" y="1"/>
                  </a:moveTo>
                  <a:lnTo>
                    <a:pt x="6738" y="1869"/>
                  </a:lnTo>
                  <a:lnTo>
                    <a:pt x="9607" y="101"/>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 name="Google Shape;235;p25"/>
          <p:cNvSpPr/>
          <p:nvPr/>
        </p:nvSpPr>
        <p:spPr>
          <a:xfrm rot="1370796">
            <a:off x="8088482" y="2325162"/>
            <a:ext cx="627798" cy="99447"/>
          </a:xfrm>
          <a:custGeom>
            <a:rect b="b" l="l" r="r" t="t"/>
            <a:pathLst>
              <a:path extrusionOk="0" h="4006" w="22084">
                <a:moveTo>
                  <a:pt x="21057" y="0"/>
                </a:moveTo>
                <a:cubicBezTo>
                  <a:pt x="21033" y="0"/>
                  <a:pt x="21008" y="1"/>
                  <a:pt x="20982" y="3"/>
                </a:cubicBezTo>
                <a:lnTo>
                  <a:pt x="868" y="2238"/>
                </a:lnTo>
                <a:cubicBezTo>
                  <a:pt x="368" y="2305"/>
                  <a:pt x="1" y="2738"/>
                  <a:pt x="101" y="3239"/>
                </a:cubicBezTo>
                <a:cubicBezTo>
                  <a:pt x="201" y="3672"/>
                  <a:pt x="601" y="3972"/>
                  <a:pt x="1035" y="4006"/>
                </a:cubicBezTo>
                <a:lnTo>
                  <a:pt x="1201" y="4006"/>
                </a:lnTo>
                <a:lnTo>
                  <a:pt x="21282" y="1671"/>
                </a:lnTo>
                <a:cubicBezTo>
                  <a:pt x="21749" y="1637"/>
                  <a:pt x="22083" y="1204"/>
                  <a:pt x="21983" y="737"/>
                </a:cubicBezTo>
                <a:cubicBezTo>
                  <a:pt x="21888" y="293"/>
                  <a:pt x="21522" y="0"/>
                  <a:pt x="2105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25"/>
          <p:cNvGrpSpPr/>
          <p:nvPr/>
        </p:nvGrpSpPr>
        <p:grpSpPr>
          <a:xfrm>
            <a:off x="8614220" y="2223112"/>
            <a:ext cx="96739" cy="330328"/>
            <a:chOff x="3826495" y="1173249"/>
            <a:chExt cx="96739" cy="330328"/>
          </a:xfrm>
        </p:grpSpPr>
        <p:sp>
          <p:nvSpPr>
            <p:cNvPr id="237" name="Google Shape;237;p25"/>
            <p:cNvSpPr/>
            <p:nvPr/>
          </p:nvSpPr>
          <p:spPr>
            <a:xfrm>
              <a:off x="3826495" y="1173249"/>
              <a:ext cx="96739" cy="242344"/>
            </a:xfrm>
            <a:custGeom>
              <a:rect b="b" l="l" r="r" t="t"/>
              <a:pathLst>
                <a:path extrusionOk="0" h="8525" w="3403">
                  <a:moveTo>
                    <a:pt x="1166" y="0"/>
                  </a:moveTo>
                  <a:cubicBezTo>
                    <a:pt x="540" y="0"/>
                    <a:pt x="31" y="503"/>
                    <a:pt x="0" y="1147"/>
                  </a:cubicBezTo>
                  <a:lnTo>
                    <a:pt x="0" y="7151"/>
                  </a:lnTo>
                  <a:cubicBezTo>
                    <a:pt x="34" y="7885"/>
                    <a:pt x="634" y="8452"/>
                    <a:pt x="1335" y="8485"/>
                  </a:cubicBezTo>
                  <a:lnTo>
                    <a:pt x="2102" y="8519"/>
                  </a:lnTo>
                  <a:cubicBezTo>
                    <a:pt x="2142" y="8522"/>
                    <a:pt x="2181" y="8524"/>
                    <a:pt x="2220" y="8524"/>
                  </a:cubicBezTo>
                  <a:cubicBezTo>
                    <a:pt x="2869" y="8524"/>
                    <a:pt x="3403" y="8014"/>
                    <a:pt x="3403" y="7384"/>
                  </a:cubicBezTo>
                  <a:lnTo>
                    <a:pt x="3403" y="1414"/>
                  </a:lnTo>
                  <a:cubicBezTo>
                    <a:pt x="3369" y="680"/>
                    <a:pt x="2802" y="113"/>
                    <a:pt x="2102" y="79"/>
                  </a:cubicBezTo>
                  <a:lnTo>
                    <a:pt x="1335" y="13"/>
                  </a:lnTo>
                  <a:cubicBezTo>
                    <a:pt x="1278" y="4"/>
                    <a:pt x="1221" y="0"/>
                    <a:pt x="1166"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3841761" y="1360330"/>
              <a:ext cx="67259" cy="143246"/>
            </a:xfrm>
            <a:custGeom>
              <a:rect b="b" l="l" r="r" t="t"/>
              <a:pathLst>
                <a:path extrusionOk="0" h="5039" w="2366">
                  <a:moveTo>
                    <a:pt x="541" y="0"/>
                  </a:moveTo>
                  <a:cubicBezTo>
                    <a:pt x="235" y="0"/>
                    <a:pt x="1" y="255"/>
                    <a:pt x="64" y="570"/>
                  </a:cubicBezTo>
                  <a:lnTo>
                    <a:pt x="664" y="4573"/>
                  </a:lnTo>
                  <a:cubicBezTo>
                    <a:pt x="700" y="4878"/>
                    <a:pt x="948" y="5038"/>
                    <a:pt x="1201" y="5038"/>
                  </a:cubicBezTo>
                  <a:cubicBezTo>
                    <a:pt x="1418" y="5038"/>
                    <a:pt x="1639" y="4920"/>
                    <a:pt x="1732" y="4673"/>
                  </a:cubicBezTo>
                  <a:lnTo>
                    <a:pt x="2332" y="703"/>
                  </a:lnTo>
                  <a:cubicBezTo>
                    <a:pt x="2365" y="370"/>
                    <a:pt x="2132" y="103"/>
                    <a:pt x="1798" y="70"/>
                  </a:cubicBezTo>
                  <a:lnTo>
                    <a:pt x="598" y="3"/>
                  </a:lnTo>
                  <a:cubicBezTo>
                    <a:pt x="579" y="1"/>
                    <a:pt x="560" y="0"/>
                    <a:pt x="5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 name="Google Shape;239;p25"/>
          <p:cNvSpPr txBox="1"/>
          <p:nvPr>
            <p:ph idx="1" type="subTitle"/>
          </p:nvPr>
        </p:nvSpPr>
        <p:spPr>
          <a:xfrm>
            <a:off x="780425" y="2186774"/>
            <a:ext cx="5124900" cy="12099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Clr>
                <a:srgbClr val="545E66"/>
              </a:buClr>
              <a:buSzPts val="2100"/>
              <a:buFont typeface="Roboto"/>
              <a:buChar char="●"/>
            </a:pPr>
            <a:r>
              <a:rPr lang="en">
                <a:solidFill>
                  <a:srgbClr val="545E66"/>
                </a:solidFill>
                <a:latin typeface="Roboto"/>
                <a:ea typeface="Roboto"/>
                <a:cs typeface="Roboto"/>
                <a:sym typeface="Roboto"/>
              </a:rPr>
              <a:t>Many research projects have been developed due to the importance of UAVs in Surveillance and monitoring tasks.</a:t>
            </a:r>
            <a:endParaRPr>
              <a:solidFill>
                <a:srgbClr val="545E66"/>
              </a:solidFill>
              <a:latin typeface="Roboto"/>
              <a:ea typeface="Roboto"/>
              <a:cs typeface="Roboto"/>
              <a:sym typeface="Roboto"/>
            </a:endParaRPr>
          </a:p>
          <a:p>
            <a:pPr indent="-361950" lvl="0" marL="457200" rtl="0" algn="l">
              <a:spcBef>
                <a:spcPts val="1000"/>
              </a:spcBef>
              <a:spcAft>
                <a:spcPts val="1000"/>
              </a:spcAft>
              <a:buClr>
                <a:srgbClr val="545E66"/>
              </a:buClr>
              <a:buSzPts val="2100"/>
              <a:buFont typeface="Roboto"/>
              <a:buChar char="●"/>
            </a:pPr>
            <a:r>
              <a:rPr lang="en">
                <a:solidFill>
                  <a:srgbClr val="545E66"/>
                </a:solidFill>
                <a:latin typeface="Roboto"/>
                <a:ea typeface="Roboto"/>
                <a:cs typeface="Roboto"/>
                <a:sym typeface="Roboto"/>
              </a:rPr>
              <a:t>This project is going to be developed with the foundation of a mission planning project.</a:t>
            </a:r>
            <a:endParaRPr/>
          </a:p>
        </p:txBody>
      </p:sp>
      <p:sp>
        <p:nvSpPr>
          <p:cNvPr id="240" name="Google Shape;240;p25"/>
          <p:cNvSpPr/>
          <p:nvPr/>
        </p:nvSpPr>
        <p:spPr>
          <a:xfrm>
            <a:off x="1047950" y="1633300"/>
            <a:ext cx="2106600" cy="196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 name="Google Shape;241;p25"/>
          <p:cNvGrpSpPr/>
          <p:nvPr/>
        </p:nvGrpSpPr>
        <p:grpSpPr>
          <a:xfrm>
            <a:off x="6192516" y="3702922"/>
            <a:ext cx="1037304" cy="688605"/>
            <a:chOff x="3475643" y="585681"/>
            <a:chExt cx="1285861" cy="917896"/>
          </a:xfrm>
        </p:grpSpPr>
        <p:sp>
          <p:nvSpPr>
            <p:cNvPr id="242" name="Google Shape;242;p25"/>
            <p:cNvSpPr/>
            <p:nvPr/>
          </p:nvSpPr>
          <p:spPr>
            <a:xfrm>
              <a:off x="3838492" y="820890"/>
              <a:ext cx="637600" cy="449609"/>
            </a:xfrm>
            <a:custGeom>
              <a:rect b="b" l="l" r="r" t="t"/>
              <a:pathLst>
                <a:path extrusionOk="0" h="15816" w="22429">
                  <a:moveTo>
                    <a:pt x="1341" y="0"/>
                  </a:moveTo>
                  <a:cubicBezTo>
                    <a:pt x="577" y="0"/>
                    <a:pt x="1" y="1157"/>
                    <a:pt x="913" y="1667"/>
                  </a:cubicBezTo>
                  <a:lnTo>
                    <a:pt x="21027" y="15677"/>
                  </a:lnTo>
                  <a:cubicBezTo>
                    <a:pt x="21160" y="15743"/>
                    <a:pt x="21294" y="15810"/>
                    <a:pt x="21461" y="15810"/>
                  </a:cubicBezTo>
                  <a:cubicBezTo>
                    <a:pt x="21488" y="15813"/>
                    <a:pt x="21516" y="15815"/>
                    <a:pt x="21543" y="15815"/>
                  </a:cubicBezTo>
                  <a:cubicBezTo>
                    <a:pt x="21787" y="15815"/>
                    <a:pt x="22045" y="15686"/>
                    <a:pt x="22195" y="15476"/>
                  </a:cubicBezTo>
                  <a:cubicBezTo>
                    <a:pt x="22428" y="15076"/>
                    <a:pt x="22328" y="14542"/>
                    <a:pt x="21928" y="14309"/>
                  </a:cubicBezTo>
                  <a:lnTo>
                    <a:pt x="1913" y="232"/>
                  </a:lnTo>
                  <a:cubicBezTo>
                    <a:pt x="1724" y="69"/>
                    <a:pt x="1527" y="0"/>
                    <a:pt x="13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3848299" y="1187747"/>
              <a:ext cx="627793" cy="113881"/>
            </a:xfrm>
            <a:custGeom>
              <a:rect b="b" l="l" r="r" t="t"/>
              <a:pathLst>
                <a:path extrusionOk="0" h="4006" w="22084">
                  <a:moveTo>
                    <a:pt x="21057" y="0"/>
                  </a:moveTo>
                  <a:cubicBezTo>
                    <a:pt x="21033" y="0"/>
                    <a:pt x="21008" y="1"/>
                    <a:pt x="20982" y="3"/>
                  </a:cubicBezTo>
                  <a:lnTo>
                    <a:pt x="868" y="2238"/>
                  </a:lnTo>
                  <a:cubicBezTo>
                    <a:pt x="368" y="2305"/>
                    <a:pt x="1" y="2738"/>
                    <a:pt x="101" y="3239"/>
                  </a:cubicBezTo>
                  <a:cubicBezTo>
                    <a:pt x="201" y="3672"/>
                    <a:pt x="601" y="3972"/>
                    <a:pt x="1035" y="4006"/>
                  </a:cubicBezTo>
                  <a:lnTo>
                    <a:pt x="1201" y="4006"/>
                  </a:lnTo>
                  <a:lnTo>
                    <a:pt x="21282" y="1671"/>
                  </a:lnTo>
                  <a:cubicBezTo>
                    <a:pt x="21749" y="1637"/>
                    <a:pt x="22083" y="1204"/>
                    <a:pt x="21983" y="737"/>
                  </a:cubicBezTo>
                  <a:cubicBezTo>
                    <a:pt x="21888" y="293"/>
                    <a:pt x="21522" y="0"/>
                    <a:pt x="2105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a:off x="3818905" y="684467"/>
              <a:ext cx="114762" cy="290330"/>
            </a:xfrm>
            <a:custGeom>
              <a:rect b="b" l="l" r="r" t="t"/>
              <a:pathLst>
                <a:path extrusionOk="0" h="10213" w="4037">
                  <a:moveTo>
                    <a:pt x="1311" y="1"/>
                  </a:moveTo>
                  <a:cubicBezTo>
                    <a:pt x="617" y="1"/>
                    <a:pt x="30" y="585"/>
                    <a:pt x="1" y="1329"/>
                  </a:cubicBezTo>
                  <a:lnTo>
                    <a:pt x="1" y="8500"/>
                  </a:lnTo>
                  <a:cubicBezTo>
                    <a:pt x="67" y="9334"/>
                    <a:pt x="734" y="10035"/>
                    <a:pt x="1568" y="10101"/>
                  </a:cubicBezTo>
                  <a:lnTo>
                    <a:pt x="2469" y="10202"/>
                  </a:lnTo>
                  <a:cubicBezTo>
                    <a:pt x="2528" y="10209"/>
                    <a:pt x="2586" y="10212"/>
                    <a:pt x="2643" y="10212"/>
                  </a:cubicBezTo>
                  <a:cubicBezTo>
                    <a:pt x="3373" y="10212"/>
                    <a:pt x="4003" y="9640"/>
                    <a:pt x="4003" y="8867"/>
                  </a:cubicBezTo>
                  <a:lnTo>
                    <a:pt x="4037" y="1796"/>
                  </a:lnTo>
                  <a:cubicBezTo>
                    <a:pt x="4003" y="928"/>
                    <a:pt x="3336" y="228"/>
                    <a:pt x="2469" y="128"/>
                  </a:cubicBezTo>
                  <a:lnTo>
                    <a:pt x="1568" y="28"/>
                  </a:lnTo>
                  <a:cubicBezTo>
                    <a:pt x="1481" y="9"/>
                    <a:pt x="1395" y="1"/>
                    <a:pt x="1311"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a:off x="3836132" y="906883"/>
              <a:ext cx="79512" cy="172384"/>
            </a:xfrm>
            <a:custGeom>
              <a:rect b="b" l="l" r="r" t="t"/>
              <a:pathLst>
                <a:path extrusionOk="0" h="6064" w="2797">
                  <a:moveTo>
                    <a:pt x="601" y="1"/>
                  </a:moveTo>
                  <a:cubicBezTo>
                    <a:pt x="274" y="1"/>
                    <a:pt x="1" y="308"/>
                    <a:pt x="62" y="643"/>
                  </a:cubicBezTo>
                  <a:lnTo>
                    <a:pt x="762" y="5480"/>
                  </a:lnTo>
                  <a:cubicBezTo>
                    <a:pt x="835" y="5860"/>
                    <a:pt x="1172" y="6063"/>
                    <a:pt x="1482" y="6063"/>
                  </a:cubicBezTo>
                  <a:cubicBezTo>
                    <a:pt x="1743" y="6063"/>
                    <a:pt x="1984" y="5918"/>
                    <a:pt x="2030" y="5613"/>
                  </a:cubicBezTo>
                  <a:lnTo>
                    <a:pt x="2764" y="910"/>
                  </a:lnTo>
                  <a:cubicBezTo>
                    <a:pt x="2797" y="543"/>
                    <a:pt x="2497" y="209"/>
                    <a:pt x="2130" y="176"/>
                  </a:cubicBezTo>
                  <a:lnTo>
                    <a:pt x="695" y="9"/>
                  </a:lnTo>
                  <a:cubicBezTo>
                    <a:pt x="664" y="3"/>
                    <a:pt x="632" y="1"/>
                    <a:pt x="601"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
            <p:cNvSpPr/>
            <p:nvPr/>
          </p:nvSpPr>
          <p:spPr>
            <a:xfrm>
              <a:off x="3876755" y="585681"/>
              <a:ext cx="375527" cy="77778"/>
            </a:xfrm>
            <a:custGeom>
              <a:rect b="b" l="l" r="r" t="t"/>
              <a:pathLst>
                <a:path extrusionOk="0" h="2736" w="13210">
                  <a:moveTo>
                    <a:pt x="4103" y="0"/>
                  </a:moveTo>
                  <a:lnTo>
                    <a:pt x="0" y="1868"/>
                  </a:lnTo>
                  <a:lnTo>
                    <a:pt x="13210" y="2735"/>
                  </a:lnTo>
                  <a:lnTo>
                    <a:pt x="410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
            <p:cNvSpPr/>
            <p:nvPr/>
          </p:nvSpPr>
          <p:spPr>
            <a:xfrm>
              <a:off x="3475643" y="611266"/>
              <a:ext cx="401140" cy="80649"/>
            </a:xfrm>
            <a:custGeom>
              <a:rect b="b" l="l" r="r" t="t"/>
              <a:pathLst>
                <a:path extrusionOk="0" h="2837" w="14111">
                  <a:moveTo>
                    <a:pt x="0" y="1"/>
                  </a:moveTo>
                  <a:lnTo>
                    <a:pt x="9941" y="2836"/>
                  </a:lnTo>
                  <a:lnTo>
                    <a:pt x="14110" y="968"/>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
            <p:cNvSpPr/>
            <p:nvPr/>
          </p:nvSpPr>
          <p:spPr>
            <a:xfrm>
              <a:off x="3826495" y="1173249"/>
              <a:ext cx="96739" cy="242344"/>
            </a:xfrm>
            <a:custGeom>
              <a:rect b="b" l="l" r="r" t="t"/>
              <a:pathLst>
                <a:path extrusionOk="0" h="8525" w="3403">
                  <a:moveTo>
                    <a:pt x="1166" y="0"/>
                  </a:moveTo>
                  <a:cubicBezTo>
                    <a:pt x="540" y="0"/>
                    <a:pt x="31" y="503"/>
                    <a:pt x="0" y="1147"/>
                  </a:cubicBezTo>
                  <a:lnTo>
                    <a:pt x="0" y="7151"/>
                  </a:lnTo>
                  <a:cubicBezTo>
                    <a:pt x="34" y="7885"/>
                    <a:pt x="634" y="8452"/>
                    <a:pt x="1335" y="8485"/>
                  </a:cubicBezTo>
                  <a:lnTo>
                    <a:pt x="2102" y="8519"/>
                  </a:lnTo>
                  <a:cubicBezTo>
                    <a:pt x="2142" y="8522"/>
                    <a:pt x="2181" y="8524"/>
                    <a:pt x="2220" y="8524"/>
                  </a:cubicBezTo>
                  <a:cubicBezTo>
                    <a:pt x="2869" y="8524"/>
                    <a:pt x="3403" y="8014"/>
                    <a:pt x="3403" y="7384"/>
                  </a:cubicBezTo>
                  <a:lnTo>
                    <a:pt x="3403" y="1414"/>
                  </a:lnTo>
                  <a:cubicBezTo>
                    <a:pt x="3369" y="680"/>
                    <a:pt x="2802" y="113"/>
                    <a:pt x="2102" y="79"/>
                  </a:cubicBezTo>
                  <a:lnTo>
                    <a:pt x="1335" y="13"/>
                  </a:lnTo>
                  <a:cubicBezTo>
                    <a:pt x="1278" y="4"/>
                    <a:pt x="1221" y="0"/>
                    <a:pt x="1166"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p:nvPr/>
          </p:nvSpPr>
          <p:spPr>
            <a:xfrm>
              <a:off x="3841761" y="1360330"/>
              <a:ext cx="67259" cy="143246"/>
            </a:xfrm>
            <a:custGeom>
              <a:rect b="b" l="l" r="r" t="t"/>
              <a:pathLst>
                <a:path extrusionOk="0" h="5039" w="2366">
                  <a:moveTo>
                    <a:pt x="541" y="0"/>
                  </a:moveTo>
                  <a:cubicBezTo>
                    <a:pt x="235" y="0"/>
                    <a:pt x="1" y="255"/>
                    <a:pt x="64" y="570"/>
                  </a:cubicBezTo>
                  <a:lnTo>
                    <a:pt x="664" y="4573"/>
                  </a:lnTo>
                  <a:cubicBezTo>
                    <a:pt x="700" y="4878"/>
                    <a:pt x="948" y="5038"/>
                    <a:pt x="1201" y="5038"/>
                  </a:cubicBezTo>
                  <a:cubicBezTo>
                    <a:pt x="1418" y="5038"/>
                    <a:pt x="1639" y="4920"/>
                    <a:pt x="1732" y="4673"/>
                  </a:cubicBezTo>
                  <a:lnTo>
                    <a:pt x="2332" y="703"/>
                  </a:lnTo>
                  <a:cubicBezTo>
                    <a:pt x="2365" y="370"/>
                    <a:pt x="2132" y="103"/>
                    <a:pt x="1798" y="70"/>
                  </a:cubicBezTo>
                  <a:lnTo>
                    <a:pt x="598" y="3"/>
                  </a:lnTo>
                  <a:cubicBezTo>
                    <a:pt x="579" y="1"/>
                    <a:pt x="560" y="0"/>
                    <a:pt x="5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p:nvPr/>
          </p:nvSpPr>
          <p:spPr>
            <a:xfrm>
              <a:off x="3851142" y="1149654"/>
              <a:ext cx="49350" cy="46934"/>
            </a:xfrm>
            <a:custGeom>
              <a:rect b="b" l="l" r="r" t="t"/>
              <a:pathLst>
                <a:path extrusionOk="0" h="1651" w="1736">
                  <a:moveTo>
                    <a:pt x="749" y="0"/>
                  </a:moveTo>
                  <a:cubicBezTo>
                    <a:pt x="335" y="0"/>
                    <a:pt x="1" y="316"/>
                    <a:pt x="1" y="742"/>
                  </a:cubicBezTo>
                  <a:cubicBezTo>
                    <a:pt x="1" y="1243"/>
                    <a:pt x="401" y="1610"/>
                    <a:pt x="868" y="1643"/>
                  </a:cubicBezTo>
                  <a:cubicBezTo>
                    <a:pt x="905" y="1648"/>
                    <a:pt x="942" y="1651"/>
                    <a:pt x="978" y="1651"/>
                  </a:cubicBezTo>
                  <a:cubicBezTo>
                    <a:pt x="1396" y="1651"/>
                    <a:pt x="1735" y="1308"/>
                    <a:pt x="1735" y="909"/>
                  </a:cubicBezTo>
                  <a:cubicBezTo>
                    <a:pt x="1735" y="409"/>
                    <a:pt x="1335" y="42"/>
                    <a:pt x="868" y="9"/>
                  </a:cubicBezTo>
                  <a:cubicBezTo>
                    <a:pt x="828" y="3"/>
                    <a:pt x="788" y="0"/>
                    <a:pt x="749"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5"/>
            <p:cNvSpPr/>
            <p:nvPr/>
          </p:nvSpPr>
          <p:spPr>
            <a:xfrm>
              <a:off x="3875789" y="1084442"/>
              <a:ext cx="261760" cy="53131"/>
            </a:xfrm>
            <a:custGeom>
              <a:rect b="b" l="l" r="r" t="t"/>
              <a:pathLst>
                <a:path extrusionOk="0" h="1869" w="9208">
                  <a:moveTo>
                    <a:pt x="2836" y="1"/>
                  </a:moveTo>
                  <a:lnTo>
                    <a:pt x="1" y="1769"/>
                  </a:lnTo>
                  <a:lnTo>
                    <a:pt x="9208" y="1869"/>
                  </a:lnTo>
                  <a:lnTo>
                    <a:pt x="2836"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5"/>
            <p:cNvSpPr/>
            <p:nvPr/>
          </p:nvSpPr>
          <p:spPr>
            <a:xfrm>
              <a:off x="3602714" y="1131859"/>
              <a:ext cx="273103" cy="53131"/>
            </a:xfrm>
            <a:custGeom>
              <a:rect b="b" l="l" r="r" t="t"/>
              <a:pathLst>
                <a:path extrusionOk="0" h="1869" w="9607">
                  <a:moveTo>
                    <a:pt x="0" y="1"/>
                  </a:moveTo>
                  <a:lnTo>
                    <a:pt x="6738" y="1869"/>
                  </a:lnTo>
                  <a:lnTo>
                    <a:pt x="9607" y="101"/>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5"/>
            <p:cNvSpPr/>
            <p:nvPr/>
          </p:nvSpPr>
          <p:spPr>
            <a:xfrm>
              <a:off x="4120862" y="1027046"/>
              <a:ext cx="640642" cy="276855"/>
            </a:xfrm>
            <a:custGeom>
              <a:rect b="b" l="l" r="r" t="t"/>
              <a:pathLst>
                <a:path extrusionOk="0" h="9739" w="22536">
                  <a:moveTo>
                    <a:pt x="3047" y="0"/>
                  </a:moveTo>
                  <a:cubicBezTo>
                    <a:pt x="1242" y="0"/>
                    <a:pt x="1" y="1914"/>
                    <a:pt x="853" y="3588"/>
                  </a:cubicBezTo>
                  <a:lnTo>
                    <a:pt x="1921" y="5923"/>
                  </a:lnTo>
                  <a:cubicBezTo>
                    <a:pt x="2688" y="7624"/>
                    <a:pt x="4323" y="8791"/>
                    <a:pt x="6191" y="8958"/>
                  </a:cubicBezTo>
                  <a:lnTo>
                    <a:pt x="16698" y="9725"/>
                  </a:lnTo>
                  <a:cubicBezTo>
                    <a:pt x="16807" y="9734"/>
                    <a:pt x="16916" y="9739"/>
                    <a:pt x="17024" y="9739"/>
                  </a:cubicBezTo>
                  <a:cubicBezTo>
                    <a:pt x="18572" y="9739"/>
                    <a:pt x="20017" y="8860"/>
                    <a:pt x="20734" y="7457"/>
                  </a:cubicBezTo>
                  <a:lnTo>
                    <a:pt x="21768" y="5389"/>
                  </a:lnTo>
                  <a:cubicBezTo>
                    <a:pt x="22536" y="3721"/>
                    <a:pt x="21435" y="1753"/>
                    <a:pt x="19633" y="1586"/>
                  </a:cubicBezTo>
                  <a:lnTo>
                    <a:pt x="3355" y="19"/>
                  </a:lnTo>
                  <a:cubicBezTo>
                    <a:pt x="3251" y="6"/>
                    <a:pt x="3148" y="0"/>
                    <a:pt x="304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5"/>
            <p:cNvSpPr/>
            <p:nvPr/>
          </p:nvSpPr>
          <p:spPr>
            <a:xfrm>
              <a:off x="4147016" y="1098911"/>
              <a:ext cx="588876" cy="204991"/>
            </a:xfrm>
            <a:custGeom>
              <a:rect b="b" l="l" r="r" t="t"/>
              <a:pathLst>
                <a:path extrusionOk="0" h="7211" w="20715">
                  <a:moveTo>
                    <a:pt x="2089" y="1"/>
                  </a:moveTo>
                  <a:cubicBezTo>
                    <a:pt x="1977" y="1"/>
                    <a:pt x="1868" y="9"/>
                    <a:pt x="1768" y="26"/>
                  </a:cubicBezTo>
                  <a:cubicBezTo>
                    <a:pt x="634" y="192"/>
                    <a:pt x="0" y="1460"/>
                    <a:pt x="567" y="2461"/>
                  </a:cubicBezTo>
                  <a:lnTo>
                    <a:pt x="1001" y="3428"/>
                  </a:lnTo>
                  <a:cubicBezTo>
                    <a:pt x="1768" y="5129"/>
                    <a:pt x="3403" y="6263"/>
                    <a:pt x="5271" y="6430"/>
                  </a:cubicBezTo>
                  <a:lnTo>
                    <a:pt x="15778" y="7197"/>
                  </a:lnTo>
                  <a:cubicBezTo>
                    <a:pt x="15887" y="7206"/>
                    <a:pt x="15996" y="7211"/>
                    <a:pt x="16104" y="7211"/>
                  </a:cubicBezTo>
                  <a:cubicBezTo>
                    <a:pt x="17656" y="7211"/>
                    <a:pt x="19131" y="6330"/>
                    <a:pt x="19848" y="4896"/>
                  </a:cubicBezTo>
                  <a:lnTo>
                    <a:pt x="20248" y="4062"/>
                  </a:lnTo>
                  <a:cubicBezTo>
                    <a:pt x="20715" y="3095"/>
                    <a:pt x="20248" y="1960"/>
                    <a:pt x="19247" y="1560"/>
                  </a:cubicBezTo>
                  <a:cubicBezTo>
                    <a:pt x="19047" y="1493"/>
                    <a:pt x="18847" y="1460"/>
                    <a:pt x="18647" y="1460"/>
                  </a:cubicBezTo>
                  <a:lnTo>
                    <a:pt x="2435" y="26"/>
                  </a:lnTo>
                  <a:cubicBezTo>
                    <a:pt x="2318" y="9"/>
                    <a:pt x="2202" y="1"/>
                    <a:pt x="208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5" name="Google Shape;255;p25"/>
          <p:cNvSpPr/>
          <p:nvPr/>
        </p:nvSpPr>
        <p:spPr>
          <a:xfrm>
            <a:off x="6854446" y="4100484"/>
            <a:ext cx="231045" cy="176123"/>
          </a:xfrm>
          <a:custGeom>
            <a:rect b="b" l="l" r="r" t="t"/>
            <a:pathLst>
              <a:path extrusionOk="0" h="8259" w="10075">
                <a:moveTo>
                  <a:pt x="3708" y="0"/>
                </a:moveTo>
                <a:cubicBezTo>
                  <a:pt x="1609" y="0"/>
                  <a:pt x="28" y="569"/>
                  <a:pt x="0" y="2871"/>
                </a:cubicBezTo>
                <a:cubicBezTo>
                  <a:pt x="0" y="5706"/>
                  <a:pt x="2169" y="8041"/>
                  <a:pt x="5004" y="8241"/>
                </a:cubicBezTo>
                <a:cubicBezTo>
                  <a:pt x="5138" y="8253"/>
                  <a:pt x="5271" y="8259"/>
                  <a:pt x="5404" y="8259"/>
                </a:cubicBezTo>
                <a:cubicBezTo>
                  <a:pt x="7902" y="8259"/>
                  <a:pt x="10009" y="6206"/>
                  <a:pt x="10041" y="3671"/>
                </a:cubicBezTo>
                <a:cubicBezTo>
                  <a:pt x="10074" y="936"/>
                  <a:pt x="7906" y="302"/>
                  <a:pt x="5137" y="69"/>
                </a:cubicBezTo>
                <a:cubicBezTo>
                  <a:pt x="4644" y="27"/>
                  <a:pt x="4163" y="0"/>
                  <a:pt x="3708" y="0"/>
                </a:cubicBezTo>
                <a:close/>
              </a:path>
            </a:pathLst>
          </a:custGeom>
          <a:solidFill>
            <a:srgbClr val="203B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
          <p:cNvSpPr/>
          <p:nvPr/>
        </p:nvSpPr>
        <p:spPr>
          <a:xfrm>
            <a:off x="6911071" y="4133585"/>
            <a:ext cx="117804" cy="109930"/>
          </a:xfrm>
          <a:custGeom>
            <a:rect b="b" l="l" r="r" t="t"/>
            <a:pathLst>
              <a:path extrusionOk="0" h="5155" w="5137">
                <a:moveTo>
                  <a:pt x="2345" y="0"/>
                </a:moveTo>
                <a:cubicBezTo>
                  <a:pt x="1046" y="0"/>
                  <a:pt x="1" y="1087"/>
                  <a:pt x="1" y="2412"/>
                </a:cubicBezTo>
                <a:cubicBezTo>
                  <a:pt x="34" y="3847"/>
                  <a:pt x="1135" y="5014"/>
                  <a:pt x="2569" y="5148"/>
                </a:cubicBezTo>
                <a:cubicBezTo>
                  <a:pt x="2629" y="5152"/>
                  <a:pt x="2687" y="5154"/>
                  <a:pt x="2746" y="5154"/>
                </a:cubicBezTo>
                <a:cubicBezTo>
                  <a:pt x="4067" y="5154"/>
                  <a:pt x="5136" y="4088"/>
                  <a:pt x="5104" y="2746"/>
                </a:cubicBezTo>
                <a:cubicBezTo>
                  <a:pt x="5104" y="1312"/>
                  <a:pt x="4004" y="111"/>
                  <a:pt x="2569" y="11"/>
                </a:cubicBezTo>
                <a:cubicBezTo>
                  <a:pt x="2494" y="4"/>
                  <a:pt x="2419" y="0"/>
                  <a:pt x="2345"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5"/>
          <p:cNvSpPr/>
          <p:nvPr/>
        </p:nvSpPr>
        <p:spPr>
          <a:xfrm>
            <a:off x="6911071" y="4133585"/>
            <a:ext cx="117804" cy="109930"/>
          </a:xfrm>
          <a:custGeom>
            <a:rect b="b" l="l" r="r" t="t"/>
            <a:pathLst>
              <a:path extrusionOk="0" h="5155" w="5137">
                <a:moveTo>
                  <a:pt x="2345" y="0"/>
                </a:moveTo>
                <a:cubicBezTo>
                  <a:pt x="1046" y="0"/>
                  <a:pt x="1" y="1087"/>
                  <a:pt x="1" y="2412"/>
                </a:cubicBezTo>
                <a:cubicBezTo>
                  <a:pt x="34" y="3847"/>
                  <a:pt x="1135" y="5014"/>
                  <a:pt x="2569" y="5148"/>
                </a:cubicBezTo>
                <a:cubicBezTo>
                  <a:pt x="2629" y="5152"/>
                  <a:pt x="2687" y="5154"/>
                  <a:pt x="2746" y="5154"/>
                </a:cubicBezTo>
                <a:cubicBezTo>
                  <a:pt x="4067" y="5154"/>
                  <a:pt x="5136" y="4088"/>
                  <a:pt x="5104" y="2746"/>
                </a:cubicBezTo>
                <a:cubicBezTo>
                  <a:pt x="5104" y="1312"/>
                  <a:pt x="4004" y="111"/>
                  <a:pt x="2569" y="11"/>
                </a:cubicBezTo>
                <a:cubicBezTo>
                  <a:pt x="2494" y="4"/>
                  <a:pt x="2419" y="0"/>
                  <a:pt x="2345"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
          <p:cNvSpPr/>
          <p:nvPr/>
        </p:nvSpPr>
        <p:spPr>
          <a:xfrm>
            <a:off x="7158029" y="3881458"/>
            <a:ext cx="467410" cy="245387"/>
          </a:xfrm>
          <a:custGeom>
            <a:rect b="b" l="l" r="r" t="t"/>
            <a:pathLst>
              <a:path extrusionOk="0" h="11507" w="20382">
                <a:moveTo>
                  <a:pt x="19468" y="0"/>
                </a:moveTo>
                <a:cubicBezTo>
                  <a:pt x="19350" y="0"/>
                  <a:pt x="19229" y="27"/>
                  <a:pt x="19114" y="85"/>
                </a:cubicBezTo>
                <a:lnTo>
                  <a:pt x="534" y="9925"/>
                </a:lnTo>
                <a:cubicBezTo>
                  <a:pt x="134" y="10125"/>
                  <a:pt x="0" y="10659"/>
                  <a:pt x="234" y="11059"/>
                </a:cubicBezTo>
                <a:cubicBezTo>
                  <a:pt x="401" y="11326"/>
                  <a:pt x="667" y="11493"/>
                  <a:pt x="968" y="11493"/>
                </a:cubicBezTo>
                <a:cubicBezTo>
                  <a:pt x="1012" y="11502"/>
                  <a:pt x="1055" y="11506"/>
                  <a:pt x="1095" y="11506"/>
                </a:cubicBezTo>
                <a:cubicBezTo>
                  <a:pt x="1206" y="11506"/>
                  <a:pt x="1304" y="11475"/>
                  <a:pt x="1401" y="11426"/>
                </a:cubicBezTo>
                <a:lnTo>
                  <a:pt x="19881" y="1553"/>
                </a:lnTo>
                <a:cubicBezTo>
                  <a:pt x="20248" y="1319"/>
                  <a:pt x="20382" y="819"/>
                  <a:pt x="20181" y="452"/>
                </a:cubicBezTo>
                <a:cubicBezTo>
                  <a:pt x="20039" y="167"/>
                  <a:pt x="19761" y="0"/>
                  <a:pt x="19468"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p:nvPr/>
        </p:nvSpPr>
        <p:spPr>
          <a:xfrm>
            <a:off x="7579274" y="3808430"/>
            <a:ext cx="80355" cy="196574"/>
          </a:xfrm>
          <a:custGeom>
            <a:rect b="b" l="l" r="r" t="t"/>
            <a:pathLst>
              <a:path extrusionOk="0" h="9218" w="3504">
                <a:moveTo>
                  <a:pt x="1390" y="1"/>
                </a:moveTo>
                <a:cubicBezTo>
                  <a:pt x="738" y="1"/>
                  <a:pt x="201" y="544"/>
                  <a:pt x="201" y="1207"/>
                </a:cubicBezTo>
                <a:lnTo>
                  <a:pt x="34" y="7678"/>
                </a:lnTo>
                <a:cubicBezTo>
                  <a:pt x="1" y="8412"/>
                  <a:pt x="534" y="9046"/>
                  <a:pt x="1235" y="9146"/>
                </a:cubicBezTo>
                <a:lnTo>
                  <a:pt x="1969" y="9213"/>
                </a:lnTo>
                <a:cubicBezTo>
                  <a:pt x="2006" y="9216"/>
                  <a:pt x="2044" y="9218"/>
                  <a:pt x="2081" y="9218"/>
                </a:cubicBezTo>
                <a:cubicBezTo>
                  <a:pt x="2732" y="9218"/>
                  <a:pt x="3270" y="8675"/>
                  <a:pt x="3270" y="8012"/>
                </a:cubicBezTo>
                <a:lnTo>
                  <a:pt x="3470" y="1607"/>
                </a:lnTo>
                <a:cubicBezTo>
                  <a:pt x="3503" y="873"/>
                  <a:pt x="2969" y="239"/>
                  <a:pt x="2269" y="106"/>
                </a:cubicBezTo>
                <a:lnTo>
                  <a:pt x="1502" y="6"/>
                </a:lnTo>
                <a:cubicBezTo>
                  <a:pt x="1464" y="2"/>
                  <a:pt x="1427" y="1"/>
                  <a:pt x="1390"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0" name="Google Shape;260;p25"/>
          <p:cNvGrpSpPr/>
          <p:nvPr/>
        </p:nvGrpSpPr>
        <p:grpSpPr>
          <a:xfrm>
            <a:off x="7306077" y="3762690"/>
            <a:ext cx="626515" cy="79696"/>
            <a:chOff x="3475643" y="585681"/>
            <a:chExt cx="776639" cy="106234"/>
          </a:xfrm>
        </p:grpSpPr>
        <p:sp>
          <p:nvSpPr>
            <p:cNvPr id="261" name="Google Shape;261;p25"/>
            <p:cNvSpPr/>
            <p:nvPr/>
          </p:nvSpPr>
          <p:spPr>
            <a:xfrm>
              <a:off x="3876755" y="585681"/>
              <a:ext cx="375527" cy="77778"/>
            </a:xfrm>
            <a:custGeom>
              <a:rect b="b" l="l" r="r" t="t"/>
              <a:pathLst>
                <a:path extrusionOk="0" h="2736" w="13210">
                  <a:moveTo>
                    <a:pt x="4103" y="0"/>
                  </a:moveTo>
                  <a:lnTo>
                    <a:pt x="0" y="1868"/>
                  </a:lnTo>
                  <a:lnTo>
                    <a:pt x="13210" y="2735"/>
                  </a:lnTo>
                  <a:lnTo>
                    <a:pt x="410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5"/>
            <p:cNvSpPr/>
            <p:nvPr/>
          </p:nvSpPr>
          <p:spPr>
            <a:xfrm>
              <a:off x="3475643" y="611266"/>
              <a:ext cx="401140" cy="80649"/>
            </a:xfrm>
            <a:custGeom>
              <a:rect b="b" l="l" r="r" t="t"/>
              <a:pathLst>
                <a:path extrusionOk="0" h="2837" w="14111">
                  <a:moveTo>
                    <a:pt x="0" y="1"/>
                  </a:moveTo>
                  <a:lnTo>
                    <a:pt x="9941" y="2836"/>
                  </a:lnTo>
                  <a:lnTo>
                    <a:pt x="14110" y="968"/>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25"/>
          <p:cNvGrpSpPr/>
          <p:nvPr/>
        </p:nvGrpSpPr>
        <p:grpSpPr>
          <a:xfrm>
            <a:off x="7328507" y="4120910"/>
            <a:ext cx="431451" cy="75431"/>
            <a:chOff x="3602714" y="1084442"/>
            <a:chExt cx="534835" cy="100548"/>
          </a:xfrm>
        </p:grpSpPr>
        <p:sp>
          <p:nvSpPr>
            <p:cNvPr id="264" name="Google Shape;264;p25"/>
            <p:cNvSpPr/>
            <p:nvPr/>
          </p:nvSpPr>
          <p:spPr>
            <a:xfrm>
              <a:off x="3875789" y="1084442"/>
              <a:ext cx="261760" cy="53131"/>
            </a:xfrm>
            <a:custGeom>
              <a:rect b="b" l="l" r="r" t="t"/>
              <a:pathLst>
                <a:path extrusionOk="0" h="1869" w="9208">
                  <a:moveTo>
                    <a:pt x="2836" y="1"/>
                  </a:moveTo>
                  <a:lnTo>
                    <a:pt x="1" y="1769"/>
                  </a:lnTo>
                  <a:lnTo>
                    <a:pt x="9208" y="1869"/>
                  </a:lnTo>
                  <a:lnTo>
                    <a:pt x="2836"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p:nvPr/>
          </p:nvSpPr>
          <p:spPr>
            <a:xfrm>
              <a:off x="3602714" y="1131859"/>
              <a:ext cx="273103" cy="53131"/>
            </a:xfrm>
            <a:custGeom>
              <a:rect b="b" l="l" r="r" t="t"/>
              <a:pathLst>
                <a:path extrusionOk="0" h="1869" w="9607">
                  <a:moveTo>
                    <a:pt x="0" y="1"/>
                  </a:moveTo>
                  <a:lnTo>
                    <a:pt x="6738" y="1869"/>
                  </a:lnTo>
                  <a:lnTo>
                    <a:pt x="9607" y="101"/>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6" name="Google Shape;266;p25"/>
          <p:cNvSpPr/>
          <p:nvPr/>
        </p:nvSpPr>
        <p:spPr>
          <a:xfrm rot="1283617">
            <a:off x="7083805" y="4242392"/>
            <a:ext cx="501286" cy="75479"/>
          </a:xfrm>
          <a:custGeom>
            <a:rect b="b" l="l" r="r" t="t"/>
            <a:pathLst>
              <a:path extrusionOk="0" h="4006" w="22084">
                <a:moveTo>
                  <a:pt x="21057" y="0"/>
                </a:moveTo>
                <a:cubicBezTo>
                  <a:pt x="21033" y="0"/>
                  <a:pt x="21008" y="1"/>
                  <a:pt x="20982" y="3"/>
                </a:cubicBezTo>
                <a:lnTo>
                  <a:pt x="868" y="2238"/>
                </a:lnTo>
                <a:cubicBezTo>
                  <a:pt x="368" y="2305"/>
                  <a:pt x="1" y="2738"/>
                  <a:pt x="101" y="3239"/>
                </a:cubicBezTo>
                <a:cubicBezTo>
                  <a:pt x="201" y="3672"/>
                  <a:pt x="601" y="3972"/>
                  <a:pt x="1035" y="4006"/>
                </a:cubicBezTo>
                <a:lnTo>
                  <a:pt x="1201" y="4006"/>
                </a:lnTo>
                <a:lnTo>
                  <a:pt x="21282" y="1671"/>
                </a:lnTo>
                <a:cubicBezTo>
                  <a:pt x="21749" y="1637"/>
                  <a:pt x="22083" y="1204"/>
                  <a:pt x="21983" y="737"/>
                </a:cubicBezTo>
                <a:cubicBezTo>
                  <a:pt x="21888" y="293"/>
                  <a:pt x="21522" y="0"/>
                  <a:pt x="2105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 name="Google Shape;267;p25"/>
          <p:cNvGrpSpPr/>
          <p:nvPr/>
        </p:nvGrpSpPr>
        <p:grpSpPr>
          <a:xfrm>
            <a:off x="7505220" y="4166323"/>
            <a:ext cx="78039" cy="247812"/>
            <a:chOff x="3826495" y="1173249"/>
            <a:chExt cx="96739" cy="330328"/>
          </a:xfrm>
        </p:grpSpPr>
        <p:sp>
          <p:nvSpPr>
            <p:cNvPr id="268" name="Google Shape;268;p25"/>
            <p:cNvSpPr/>
            <p:nvPr/>
          </p:nvSpPr>
          <p:spPr>
            <a:xfrm>
              <a:off x="3826495" y="1173249"/>
              <a:ext cx="96739" cy="242344"/>
            </a:xfrm>
            <a:custGeom>
              <a:rect b="b" l="l" r="r" t="t"/>
              <a:pathLst>
                <a:path extrusionOk="0" h="8525" w="3403">
                  <a:moveTo>
                    <a:pt x="1166" y="0"/>
                  </a:moveTo>
                  <a:cubicBezTo>
                    <a:pt x="540" y="0"/>
                    <a:pt x="31" y="503"/>
                    <a:pt x="0" y="1147"/>
                  </a:cubicBezTo>
                  <a:lnTo>
                    <a:pt x="0" y="7151"/>
                  </a:lnTo>
                  <a:cubicBezTo>
                    <a:pt x="34" y="7885"/>
                    <a:pt x="634" y="8452"/>
                    <a:pt x="1335" y="8485"/>
                  </a:cubicBezTo>
                  <a:lnTo>
                    <a:pt x="2102" y="8519"/>
                  </a:lnTo>
                  <a:cubicBezTo>
                    <a:pt x="2142" y="8522"/>
                    <a:pt x="2181" y="8524"/>
                    <a:pt x="2220" y="8524"/>
                  </a:cubicBezTo>
                  <a:cubicBezTo>
                    <a:pt x="2869" y="8524"/>
                    <a:pt x="3403" y="8014"/>
                    <a:pt x="3403" y="7384"/>
                  </a:cubicBezTo>
                  <a:lnTo>
                    <a:pt x="3403" y="1414"/>
                  </a:lnTo>
                  <a:cubicBezTo>
                    <a:pt x="3369" y="680"/>
                    <a:pt x="2802" y="113"/>
                    <a:pt x="2102" y="79"/>
                  </a:cubicBezTo>
                  <a:lnTo>
                    <a:pt x="1335" y="13"/>
                  </a:lnTo>
                  <a:cubicBezTo>
                    <a:pt x="1278" y="4"/>
                    <a:pt x="1221" y="0"/>
                    <a:pt x="1166"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
            <p:cNvSpPr/>
            <p:nvPr/>
          </p:nvSpPr>
          <p:spPr>
            <a:xfrm>
              <a:off x="3841761" y="1360330"/>
              <a:ext cx="67259" cy="143246"/>
            </a:xfrm>
            <a:custGeom>
              <a:rect b="b" l="l" r="r" t="t"/>
              <a:pathLst>
                <a:path extrusionOk="0" h="5039" w="2366">
                  <a:moveTo>
                    <a:pt x="541" y="0"/>
                  </a:moveTo>
                  <a:cubicBezTo>
                    <a:pt x="235" y="0"/>
                    <a:pt x="1" y="255"/>
                    <a:pt x="64" y="570"/>
                  </a:cubicBezTo>
                  <a:lnTo>
                    <a:pt x="664" y="4573"/>
                  </a:lnTo>
                  <a:cubicBezTo>
                    <a:pt x="700" y="4878"/>
                    <a:pt x="948" y="5038"/>
                    <a:pt x="1201" y="5038"/>
                  </a:cubicBezTo>
                  <a:cubicBezTo>
                    <a:pt x="1418" y="5038"/>
                    <a:pt x="1639" y="4920"/>
                    <a:pt x="1732" y="4673"/>
                  </a:cubicBezTo>
                  <a:lnTo>
                    <a:pt x="2332" y="703"/>
                  </a:lnTo>
                  <a:cubicBezTo>
                    <a:pt x="2365" y="370"/>
                    <a:pt x="2132" y="103"/>
                    <a:pt x="1798" y="70"/>
                  </a:cubicBezTo>
                  <a:lnTo>
                    <a:pt x="598" y="3"/>
                  </a:lnTo>
                  <a:cubicBezTo>
                    <a:pt x="579" y="1"/>
                    <a:pt x="560" y="0"/>
                    <a:pt x="5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25"/>
          <p:cNvSpPr txBox="1"/>
          <p:nvPr>
            <p:ph idx="4294967295" type="ctrTitle"/>
          </p:nvPr>
        </p:nvSpPr>
        <p:spPr>
          <a:xfrm>
            <a:off x="925925" y="1127750"/>
            <a:ext cx="2303400" cy="5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Context</a:t>
            </a:r>
            <a:endParaRPr b="0" sz="3800">
              <a:latin typeface="Poppins Black"/>
              <a:ea typeface="Poppins Black"/>
              <a:cs typeface="Poppins Black"/>
              <a:sym typeface="Poppins Black"/>
            </a:endParaRPr>
          </a:p>
        </p:txBody>
      </p:sp>
      <p:grpSp>
        <p:nvGrpSpPr>
          <p:cNvPr id="271" name="Google Shape;271;p25"/>
          <p:cNvGrpSpPr/>
          <p:nvPr/>
        </p:nvGrpSpPr>
        <p:grpSpPr>
          <a:xfrm>
            <a:off x="4978815" y="256608"/>
            <a:ext cx="1299105" cy="984076"/>
            <a:chOff x="3475643" y="585681"/>
            <a:chExt cx="1285861" cy="917896"/>
          </a:xfrm>
        </p:grpSpPr>
        <p:sp>
          <p:nvSpPr>
            <p:cNvPr id="272" name="Google Shape;272;p25"/>
            <p:cNvSpPr/>
            <p:nvPr/>
          </p:nvSpPr>
          <p:spPr>
            <a:xfrm>
              <a:off x="3838492" y="820890"/>
              <a:ext cx="637600" cy="449609"/>
            </a:xfrm>
            <a:custGeom>
              <a:rect b="b" l="l" r="r" t="t"/>
              <a:pathLst>
                <a:path extrusionOk="0" h="15816" w="22429">
                  <a:moveTo>
                    <a:pt x="1341" y="0"/>
                  </a:moveTo>
                  <a:cubicBezTo>
                    <a:pt x="577" y="0"/>
                    <a:pt x="1" y="1157"/>
                    <a:pt x="913" y="1667"/>
                  </a:cubicBezTo>
                  <a:lnTo>
                    <a:pt x="21027" y="15677"/>
                  </a:lnTo>
                  <a:cubicBezTo>
                    <a:pt x="21160" y="15743"/>
                    <a:pt x="21294" y="15810"/>
                    <a:pt x="21461" y="15810"/>
                  </a:cubicBezTo>
                  <a:cubicBezTo>
                    <a:pt x="21488" y="15813"/>
                    <a:pt x="21516" y="15815"/>
                    <a:pt x="21543" y="15815"/>
                  </a:cubicBezTo>
                  <a:cubicBezTo>
                    <a:pt x="21787" y="15815"/>
                    <a:pt x="22045" y="15686"/>
                    <a:pt x="22195" y="15476"/>
                  </a:cubicBezTo>
                  <a:cubicBezTo>
                    <a:pt x="22428" y="15076"/>
                    <a:pt x="22328" y="14542"/>
                    <a:pt x="21928" y="14309"/>
                  </a:cubicBezTo>
                  <a:lnTo>
                    <a:pt x="1913" y="232"/>
                  </a:lnTo>
                  <a:cubicBezTo>
                    <a:pt x="1724" y="69"/>
                    <a:pt x="1527" y="0"/>
                    <a:pt x="13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5"/>
            <p:cNvSpPr/>
            <p:nvPr/>
          </p:nvSpPr>
          <p:spPr>
            <a:xfrm>
              <a:off x="3848299" y="1187747"/>
              <a:ext cx="627793" cy="113881"/>
            </a:xfrm>
            <a:custGeom>
              <a:rect b="b" l="l" r="r" t="t"/>
              <a:pathLst>
                <a:path extrusionOk="0" h="4006" w="22084">
                  <a:moveTo>
                    <a:pt x="21057" y="0"/>
                  </a:moveTo>
                  <a:cubicBezTo>
                    <a:pt x="21033" y="0"/>
                    <a:pt x="21008" y="1"/>
                    <a:pt x="20982" y="3"/>
                  </a:cubicBezTo>
                  <a:lnTo>
                    <a:pt x="868" y="2238"/>
                  </a:lnTo>
                  <a:cubicBezTo>
                    <a:pt x="368" y="2305"/>
                    <a:pt x="1" y="2738"/>
                    <a:pt x="101" y="3239"/>
                  </a:cubicBezTo>
                  <a:cubicBezTo>
                    <a:pt x="201" y="3672"/>
                    <a:pt x="601" y="3972"/>
                    <a:pt x="1035" y="4006"/>
                  </a:cubicBezTo>
                  <a:lnTo>
                    <a:pt x="1201" y="4006"/>
                  </a:lnTo>
                  <a:lnTo>
                    <a:pt x="21282" y="1671"/>
                  </a:lnTo>
                  <a:cubicBezTo>
                    <a:pt x="21749" y="1637"/>
                    <a:pt x="22083" y="1204"/>
                    <a:pt x="21983" y="737"/>
                  </a:cubicBezTo>
                  <a:cubicBezTo>
                    <a:pt x="21888" y="293"/>
                    <a:pt x="21522" y="0"/>
                    <a:pt x="2105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5"/>
            <p:cNvSpPr/>
            <p:nvPr/>
          </p:nvSpPr>
          <p:spPr>
            <a:xfrm>
              <a:off x="3818905" y="684467"/>
              <a:ext cx="114762" cy="290330"/>
            </a:xfrm>
            <a:custGeom>
              <a:rect b="b" l="l" r="r" t="t"/>
              <a:pathLst>
                <a:path extrusionOk="0" h="10213" w="4037">
                  <a:moveTo>
                    <a:pt x="1311" y="1"/>
                  </a:moveTo>
                  <a:cubicBezTo>
                    <a:pt x="617" y="1"/>
                    <a:pt x="30" y="585"/>
                    <a:pt x="1" y="1329"/>
                  </a:cubicBezTo>
                  <a:lnTo>
                    <a:pt x="1" y="8500"/>
                  </a:lnTo>
                  <a:cubicBezTo>
                    <a:pt x="67" y="9334"/>
                    <a:pt x="734" y="10035"/>
                    <a:pt x="1568" y="10101"/>
                  </a:cubicBezTo>
                  <a:lnTo>
                    <a:pt x="2469" y="10202"/>
                  </a:lnTo>
                  <a:cubicBezTo>
                    <a:pt x="2528" y="10209"/>
                    <a:pt x="2586" y="10212"/>
                    <a:pt x="2643" y="10212"/>
                  </a:cubicBezTo>
                  <a:cubicBezTo>
                    <a:pt x="3373" y="10212"/>
                    <a:pt x="4003" y="9640"/>
                    <a:pt x="4003" y="8867"/>
                  </a:cubicBezTo>
                  <a:lnTo>
                    <a:pt x="4037" y="1796"/>
                  </a:lnTo>
                  <a:cubicBezTo>
                    <a:pt x="4003" y="928"/>
                    <a:pt x="3336" y="228"/>
                    <a:pt x="2469" y="128"/>
                  </a:cubicBezTo>
                  <a:lnTo>
                    <a:pt x="1568" y="28"/>
                  </a:lnTo>
                  <a:cubicBezTo>
                    <a:pt x="1481" y="9"/>
                    <a:pt x="1395" y="1"/>
                    <a:pt x="1311"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p:nvPr/>
          </p:nvSpPr>
          <p:spPr>
            <a:xfrm>
              <a:off x="3836132" y="906883"/>
              <a:ext cx="79512" cy="172384"/>
            </a:xfrm>
            <a:custGeom>
              <a:rect b="b" l="l" r="r" t="t"/>
              <a:pathLst>
                <a:path extrusionOk="0" h="6064" w="2797">
                  <a:moveTo>
                    <a:pt x="601" y="1"/>
                  </a:moveTo>
                  <a:cubicBezTo>
                    <a:pt x="274" y="1"/>
                    <a:pt x="1" y="308"/>
                    <a:pt x="62" y="643"/>
                  </a:cubicBezTo>
                  <a:lnTo>
                    <a:pt x="762" y="5480"/>
                  </a:lnTo>
                  <a:cubicBezTo>
                    <a:pt x="835" y="5860"/>
                    <a:pt x="1172" y="6063"/>
                    <a:pt x="1482" y="6063"/>
                  </a:cubicBezTo>
                  <a:cubicBezTo>
                    <a:pt x="1743" y="6063"/>
                    <a:pt x="1984" y="5918"/>
                    <a:pt x="2030" y="5613"/>
                  </a:cubicBezTo>
                  <a:lnTo>
                    <a:pt x="2764" y="910"/>
                  </a:lnTo>
                  <a:cubicBezTo>
                    <a:pt x="2797" y="543"/>
                    <a:pt x="2497" y="209"/>
                    <a:pt x="2130" y="176"/>
                  </a:cubicBezTo>
                  <a:lnTo>
                    <a:pt x="695" y="9"/>
                  </a:lnTo>
                  <a:cubicBezTo>
                    <a:pt x="664" y="3"/>
                    <a:pt x="632" y="1"/>
                    <a:pt x="601"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5"/>
            <p:cNvSpPr/>
            <p:nvPr/>
          </p:nvSpPr>
          <p:spPr>
            <a:xfrm>
              <a:off x="3876755" y="585681"/>
              <a:ext cx="375527" cy="77778"/>
            </a:xfrm>
            <a:custGeom>
              <a:rect b="b" l="l" r="r" t="t"/>
              <a:pathLst>
                <a:path extrusionOk="0" h="2736" w="13210">
                  <a:moveTo>
                    <a:pt x="4103" y="0"/>
                  </a:moveTo>
                  <a:lnTo>
                    <a:pt x="0" y="1868"/>
                  </a:lnTo>
                  <a:lnTo>
                    <a:pt x="13210" y="2735"/>
                  </a:lnTo>
                  <a:lnTo>
                    <a:pt x="410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5"/>
            <p:cNvSpPr/>
            <p:nvPr/>
          </p:nvSpPr>
          <p:spPr>
            <a:xfrm>
              <a:off x="3475643" y="611266"/>
              <a:ext cx="401140" cy="80649"/>
            </a:xfrm>
            <a:custGeom>
              <a:rect b="b" l="l" r="r" t="t"/>
              <a:pathLst>
                <a:path extrusionOk="0" h="2837" w="14111">
                  <a:moveTo>
                    <a:pt x="0" y="1"/>
                  </a:moveTo>
                  <a:lnTo>
                    <a:pt x="9941" y="2836"/>
                  </a:lnTo>
                  <a:lnTo>
                    <a:pt x="14110" y="968"/>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
            <p:cNvSpPr/>
            <p:nvPr/>
          </p:nvSpPr>
          <p:spPr>
            <a:xfrm>
              <a:off x="3826495" y="1173249"/>
              <a:ext cx="96739" cy="242344"/>
            </a:xfrm>
            <a:custGeom>
              <a:rect b="b" l="l" r="r" t="t"/>
              <a:pathLst>
                <a:path extrusionOk="0" h="8525" w="3403">
                  <a:moveTo>
                    <a:pt x="1166" y="0"/>
                  </a:moveTo>
                  <a:cubicBezTo>
                    <a:pt x="540" y="0"/>
                    <a:pt x="31" y="503"/>
                    <a:pt x="0" y="1147"/>
                  </a:cubicBezTo>
                  <a:lnTo>
                    <a:pt x="0" y="7151"/>
                  </a:lnTo>
                  <a:cubicBezTo>
                    <a:pt x="34" y="7885"/>
                    <a:pt x="634" y="8452"/>
                    <a:pt x="1335" y="8485"/>
                  </a:cubicBezTo>
                  <a:lnTo>
                    <a:pt x="2102" y="8519"/>
                  </a:lnTo>
                  <a:cubicBezTo>
                    <a:pt x="2142" y="8522"/>
                    <a:pt x="2181" y="8524"/>
                    <a:pt x="2220" y="8524"/>
                  </a:cubicBezTo>
                  <a:cubicBezTo>
                    <a:pt x="2869" y="8524"/>
                    <a:pt x="3403" y="8014"/>
                    <a:pt x="3403" y="7384"/>
                  </a:cubicBezTo>
                  <a:lnTo>
                    <a:pt x="3403" y="1414"/>
                  </a:lnTo>
                  <a:cubicBezTo>
                    <a:pt x="3369" y="680"/>
                    <a:pt x="2802" y="113"/>
                    <a:pt x="2102" y="79"/>
                  </a:cubicBezTo>
                  <a:lnTo>
                    <a:pt x="1335" y="13"/>
                  </a:lnTo>
                  <a:cubicBezTo>
                    <a:pt x="1278" y="4"/>
                    <a:pt x="1221" y="0"/>
                    <a:pt x="1166"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
            <p:cNvSpPr/>
            <p:nvPr/>
          </p:nvSpPr>
          <p:spPr>
            <a:xfrm>
              <a:off x="3841761" y="1360330"/>
              <a:ext cx="67259" cy="143246"/>
            </a:xfrm>
            <a:custGeom>
              <a:rect b="b" l="l" r="r" t="t"/>
              <a:pathLst>
                <a:path extrusionOk="0" h="5039" w="2366">
                  <a:moveTo>
                    <a:pt x="541" y="0"/>
                  </a:moveTo>
                  <a:cubicBezTo>
                    <a:pt x="235" y="0"/>
                    <a:pt x="1" y="255"/>
                    <a:pt x="64" y="570"/>
                  </a:cubicBezTo>
                  <a:lnTo>
                    <a:pt x="664" y="4573"/>
                  </a:lnTo>
                  <a:cubicBezTo>
                    <a:pt x="700" y="4878"/>
                    <a:pt x="948" y="5038"/>
                    <a:pt x="1201" y="5038"/>
                  </a:cubicBezTo>
                  <a:cubicBezTo>
                    <a:pt x="1418" y="5038"/>
                    <a:pt x="1639" y="4920"/>
                    <a:pt x="1732" y="4673"/>
                  </a:cubicBezTo>
                  <a:lnTo>
                    <a:pt x="2332" y="703"/>
                  </a:lnTo>
                  <a:cubicBezTo>
                    <a:pt x="2365" y="370"/>
                    <a:pt x="2132" y="103"/>
                    <a:pt x="1798" y="70"/>
                  </a:cubicBezTo>
                  <a:lnTo>
                    <a:pt x="598" y="3"/>
                  </a:lnTo>
                  <a:cubicBezTo>
                    <a:pt x="579" y="1"/>
                    <a:pt x="560" y="0"/>
                    <a:pt x="5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5"/>
            <p:cNvSpPr/>
            <p:nvPr/>
          </p:nvSpPr>
          <p:spPr>
            <a:xfrm>
              <a:off x="3851142" y="1149654"/>
              <a:ext cx="49350" cy="46934"/>
            </a:xfrm>
            <a:custGeom>
              <a:rect b="b" l="l" r="r" t="t"/>
              <a:pathLst>
                <a:path extrusionOk="0" h="1651" w="1736">
                  <a:moveTo>
                    <a:pt x="749" y="0"/>
                  </a:moveTo>
                  <a:cubicBezTo>
                    <a:pt x="335" y="0"/>
                    <a:pt x="1" y="316"/>
                    <a:pt x="1" y="742"/>
                  </a:cubicBezTo>
                  <a:cubicBezTo>
                    <a:pt x="1" y="1243"/>
                    <a:pt x="401" y="1610"/>
                    <a:pt x="868" y="1643"/>
                  </a:cubicBezTo>
                  <a:cubicBezTo>
                    <a:pt x="905" y="1648"/>
                    <a:pt x="942" y="1651"/>
                    <a:pt x="978" y="1651"/>
                  </a:cubicBezTo>
                  <a:cubicBezTo>
                    <a:pt x="1396" y="1651"/>
                    <a:pt x="1735" y="1308"/>
                    <a:pt x="1735" y="909"/>
                  </a:cubicBezTo>
                  <a:cubicBezTo>
                    <a:pt x="1735" y="409"/>
                    <a:pt x="1335" y="42"/>
                    <a:pt x="868" y="9"/>
                  </a:cubicBezTo>
                  <a:cubicBezTo>
                    <a:pt x="828" y="3"/>
                    <a:pt x="788" y="0"/>
                    <a:pt x="749"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5"/>
            <p:cNvSpPr/>
            <p:nvPr/>
          </p:nvSpPr>
          <p:spPr>
            <a:xfrm>
              <a:off x="3875789" y="1084442"/>
              <a:ext cx="261760" cy="53131"/>
            </a:xfrm>
            <a:custGeom>
              <a:rect b="b" l="l" r="r" t="t"/>
              <a:pathLst>
                <a:path extrusionOk="0" h="1869" w="9208">
                  <a:moveTo>
                    <a:pt x="2836" y="1"/>
                  </a:moveTo>
                  <a:lnTo>
                    <a:pt x="1" y="1769"/>
                  </a:lnTo>
                  <a:lnTo>
                    <a:pt x="9208" y="1869"/>
                  </a:lnTo>
                  <a:lnTo>
                    <a:pt x="2836"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5"/>
            <p:cNvSpPr/>
            <p:nvPr/>
          </p:nvSpPr>
          <p:spPr>
            <a:xfrm>
              <a:off x="3602714" y="1131859"/>
              <a:ext cx="273103" cy="53131"/>
            </a:xfrm>
            <a:custGeom>
              <a:rect b="b" l="l" r="r" t="t"/>
              <a:pathLst>
                <a:path extrusionOk="0" h="1869" w="9607">
                  <a:moveTo>
                    <a:pt x="0" y="1"/>
                  </a:moveTo>
                  <a:lnTo>
                    <a:pt x="6738" y="1869"/>
                  </a:lnTo>
                  <a:lnTo>
                    <a:pt x="9607" y="101"/>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5"/>
            <p:cNvSpPr/>
            <p:nvPr/>
          </p:nvSpPr>
          <p:spPr>
            <a:xfrm>
              <a:off x="4120862" y="1027046"/>
              <a:ext cx="640642" cy="276855"/>
            </a:xfrm>
            <a:custGeom>
              <a:rect b="b" l="l" r="r" t="t"/>
              <a:pathLst>
                <a:path extrusionOk="0" h="9739" w="22536">
                  <a:moveTo>
                    <a:pt x="3047" y="0"/>
                  </a:moveTo>
                  <a:cubicBezTo>
                    <a:pt x="1242" y="0"/>
                    <a:pt x="1" y="1914"/>
                    <a:pt x="853" y="3588"/>
                  </a:cubicBezTo>
                  <a:lnTo>
                    <a:pt x="1921" y="5923"/>
                  </a:lnTo>
                  <a:cubicBezTo>
                    <a:pt x="2688" y="7624"/>
                    <a:pt x="4323" y="8791"/>
                    <a:pt x="6191" y="8958"/>
                  </a:cubicBezTo>
                  <a:lnTo>
                    <a:pt x="16698" y="9725"/>
                  </a:lnTo>
                  <a:cubicBezTo>
                    <a:pt x="16807" y="9734"/>
                    <a:pt x="16916" y="9739"/>
                    <a:pt x="17024" y="9739"/>
                  </a:cubicBezTo>
                  <a:cubicBezTo>
                    <a:pt x="18572" y="9739"/>
                    <a:pt x="20017" y="8860"/>
                    <a:pt x="20734" y="7457"/>
                  </a:cubicBezTo>
                  <a:lnTo>
                    <a:pt x="21768" y="5389"/>
                  </a:lnTo>
                  <a:cubicBezTo>
                    <a:pt x="22536" y="3721"/>
                    <a:pt x="21435" y="1753"/>
                    <a:pt x="19633" y="1586"/>
                  </a:cubicBezTo>
                  <a:lnTo>
                    <a:pt x="3355" y="19"/>
                  </a:lnTo>
                  <a:cubicBezTo>
                    <a:pt x="3251" y="6"/>
                    <a:pt x="3148" y="0"/>
                    <a:pt x="304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5"/>
            <p:cNvSpPr/>
            <p:nvPr/>
          </p:nvSpPr>
          <p:spPr>
            <a:xfrm>
              <a:off x="4147016" y="1098911"/>
              <a:ext cx="588876" cy="204991"/>
            </a:xfrm>
            <a:custGeom>
              <a:rect b="b" l="l" r="r" t="t"/>
              <a:pathLst>
                <a:path extrusionOk="0" h="7211" w="20715">
                  <a:moveTo>
                    <a:pt x="2089" y="1"/>
                  </a:moveTo>
                  <a:cubicBezTo>
                    <a:pt x="1977" y="1"/>
                    <a:pt x="1868" y="9"/>
                    <a:pt x="1768" y="26"/>
                  </a:cubicBezTo>
                  <a:cubicBezTo>
                    <a:pt x="634" y="192"/>
                    <a:pt x="0" y="1460"/>
                    <a:pt x="567" y="2461"/>
                  </a:cubicBezTo>
                  <a:lnTo>
                    <a:pt x="1001" y="3428"/>
                  </a:lnTo>
                  <a:cubicBezTo>
                    <a:pt x="1768" y="5129"/>
                    <a:pt x="3403" y="6263"/>
                    <a:pt x="5271" y="6430"/>
                  </a:cubicBezTo>
                  <a:lnTo>
                    <a:pt x="15778" y="7197"/>
                  </a:lnTo>
                  <a:cubicBezTo>
                    <a:pt x="15887" y="7206"/>
                    <a:pt x="15996" y="7211"/>
                    <a:pt x="16104" y="7211"/>
                  </a:cubicBezTo>
                  <a:cubicBezTo>
                    <a:pt x="17656" y="7211"/>
                    <a:pt x="19131" y="6330"/>
                    <a:pt x="19848" y="4896"/>
                  </a:cubicBezTo>
                  <a:lnTo>
                    <a:pt x="20248" y="4062"/>
                  </a:lnTo>
                  <a:cubicBezTo>
                    <a:pt x="20715" y="3095"/>
                    <a:pt x="20248" y="1960"/>
                    <a:pt x="19247" y="1560"/>
                  </a:cubicBezTo>
                  <a:cubicBezTo>
                    <a:pt x="19047" y="1493"/>
                    <a:pt x="18847" y="1460"/>
                    <a:pt x="18647" y="1460"/>
                  </a:cubicBezTo>
                  <a:lnTo>
                    <a:pt x="2435" y="26"/>
                  </a:lnTo>
                  <a:cubicBezTo>
                    <a:pt x="2318" y="9"/>
                    <a:pt x="2202" y="1"/>
                    <a:pt x="208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 name="Google Shape;285;p25"/>
          <p:cNvSpPr/>
          <p:nvPr/>
        </p:nvSpPr>
        <p:spPr>
          <a:xfrm>
            <a:off x="5807663" y="824806"/>
            <a:ext cx="289354" cy="251714"/>
          </a:xfrm>
          <a:custGeom>
            <a:rect b="b" l="l" r="r" t="t"/>
            <a:pathLst>
              <a:path extrusionOk="0" h="8259" w="10075">
                <a:moveTo>
                  <a:pt x="3708" y="0"/>
                </a:moveTo>
                <a:cubicBezTo>
                  <a:pt x="1609" y="0"/>
                  <a:pt x="28" y="569"/>
                  <a:pt x="0" y="2871"/>
                </a:cubicBezTo>
                <a:cubicBezTo>
                  <a:pt x="0" y="5706"/>
                  <a:pt x="2169" y="8041"/>
                  <a:pt x="5004" y="8241"/>
                </a:cubicBezTo>
                <a:cubicBezTo>
                  <a:pt x="5138" y="8253"/>
                  <a:pt x="5271" y="8259"/>
                  <a:pt x="5404" y="8259"/>
                </a:cubicBezTo>
                <a:cubicBezTo>
                  <a:pt x="7902" y="8259"/>
                  <a:pt x="10009" y="6206"/>
                  <a:pt x="10041" y="3671"/>
                </a:cubicBezTo>
                <a:cubicBezTo>
                  <a:pt x="10074" y="936"/>
                  <a:pt x="7906" y="302"/>
                  <a:pt x="5137" y="69"/>
                </a:cubicBezTo>
                <a:cubicBezTo>
                  <a:pt x="4644" y="27"/>
                  <a:pt x="4163" y="0"/>
                  <a:pt x="3708" y="0"/>
                </a:cubicBezTo>
                <a:close/>
              </a:path>
            </a:pathLst>
          </a:custGeom>
          <a:solidFill>
            <a:srgbClr val="203B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5"/>
          <p:cNvSpPr/>
          <p:nvPr/>
        </p:nvSpPr>
        <p:spPr>
          <a:xfrm>
            <a:off x="5878578" y="896451"/>
            <a:ext cx="147535" cy="157112"/>
          </a:xfrm>
          <a:custGeom>
            <a:rect b="b" l="l" r="r" t="t"/>
            <a:pathLst>
              <a:path extrusionOk="0" h="5155" w="5137">
                <a:moveTo>
                  <a:pt x="2345" y="0"/>
                </a:moveTo>
                <a:cubicBezTo>
                  <a:pt x="1046" y="0"/>
                  <a:pt x="1" y="1087"/>
                  <a:pt x="1" y="2412"/>
                </a:cubicBezTo>
                <a:cubicBezTo>
                  <a:pt x="34" y="3847"/>
                  <a:pt x="1135" y="5014"/>
                  <a:pt x="2569" y="5148"/>
                </a:cubicBezTo>
                <a:cubicBezTo>
                  <a:pt x="2629" y="5152"/>
                  <a:pt x="2687" y="5154"/>
                  <a:pt x="2746" y="5154"/>
                </a:cubicBezTo>
                <a:cubicBezTo>
                  <a:pt x="4067" y="5154"/>
                  <a:pt x="5136" y="4088"/>
                  <a:pt x="5104" y="2746"/>
                </a:cubicBezTo>
                <a:cubicBezTo>
                  <a:pt x="5104" y="1312"/>
                  <a:pt x="4004" y="111"/>
                  <a:pt x="2569" y="11"/>
                </a:cubicBezTo>
                <a:cubicBezTo>
                  <a:pt x="2494" y="4"/>
                  <a:pt x="2419" y="0"/>
                  <a:pt x="2345"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5"/>
          <p:cNvSpPr/>
          <p:nvPr/>
        </p:nvSpPr>
        <p:spPr>
          <a:xfrm>
            <a:off x="6187855" y="511787"/>
            <a:ext cx="585371" cy="350705"/>
          </a:xfrm>
          <a:custGeom>
            <a:rect b="b" l="l" r="r" t="t"/>
            <a:pathLst>
              <a:path extrusionOk="0" h="11507" w="20382">
                <a:moveTo>
                  <a:pt x="19468" y="0"/>
                </a:moveTo>
                <a:cubicBezTo>
                  <a:pt x="19350" y="0"/>
                  <a:pt x="19229" y="27"/>
                  <a:pt x="19114" y="85"/>
                </a:cubicBezTo>
                <a:lnTo>
                  <a:pt x="534" y="9925"/>
                </a:lnTo>
                <a:cubicBezTo>
                  <a:pt x="134" y="10125"/>
                  <a:pt x="0" y="10659"/>
                  <a:pt x="234" y="11059"/>
                </a:cubicBezTo>
                <a:cubicBezTo>
                  <a:pt x="401" y="11326"/>
                  <a:pt x="667" y="11493"/>
                  <a:pt x="968" y="11493"/>
                </a:cubicBezTo>
                <a:cubicBezTo>
                  <a:pt x="1012" y="11502"/>
                  <a:pt x="1055" y="11506"/>
                  <a:pt x="1095" y="11506"/>
                </a:cubicBezTo>
                <a:cubicBezTo>
                  <a:pt x="1206" y="11506"/>
                  <a:pt x="1304" y="11475"/>
                  <a:pt x="1401" y="11426"/>
                </a:cubicBezTo>
                <a:lnTo>
                  <a:pt x="19881" y="1553"/>
                </a:lnTo>
                <a:cubicBezTo>
                  <a:pt x="20248" y="1319"/>
                  <a:pt x="20382" y="819"/>
                  <a:pt x="20181" y="452"/>
                </a:cubicBezTo>
                <a:cubicBezTo>
                  <a:pt x="20039" y="167"/>
                  <a:pt x="19761" y="0"/>
                  <a:pt x="19468"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5"/>
          <p:cNvSpPr/>
          <p:nvPr/>
        </p:nvSpPr>
        <p:spPr>
          <a:xfrm>
            <a:off x="6715398" y="407420"/>
            <a:ext cx="100635" cy="280942"/>
          </a:xfrm>
          <a:custGeom>
            <a:rect b="b" l="l" r="r" t="t"/>
            <a:pathLst>
              <a:path extrusionOk="0" h="9218" w="3504">
                <a:moveTo>
                  <a:pt x="1390" y="1"/>
                </a:moveTo>
                <a:cubicBezTo>
                  <a:pt x="738" y="1"/>
                  <a:pt x="201" y="544"/>
                  <a:pt x="201" y="1207"/>
                </a:cubicBezTo>
                <a:lnTo>
                  <a:pt x="34" y="7678"/>
                </a:lnTo>
                <a:cubicBezTo>
                  <a:pt x="1" y="8412"/>
                  <a:pt x="534" y="9046"/>
                  <a:pt x="1235" y="9146"/>
                </a:cubicBezTo>
                <a:lnTo>
                  <a:pt x="1969" y="9213"/>
                </a:lnTo>
                <a:cubicBezTo>
                  <a:pt x="2006" y="9216"/>
                  <a:pt x="2044" y="9218"/>
                  <a:pt x="2081" y="9218"/>
                </a:cubicBezTo>
                <a:cubicBezTo>
                  <a:pt x="2732" y="9218"/>
                  <a:pt x="3270" y="8675"/>
                  <a:pt x="3270" y="8012"/>
                </a:cubicBezTo>
                <a:lnTo>
                  <a:pt x="3470" y="1607"/>
                </a:lnTo>
                <a:cubicBezTo>
                  <a:pt x="3503" y="873"/>
                  <a:pt x="2969" y="239"/>
                  <a:pt x="2269" y="106"/>
                </a:cubicBezTo>
                <a:lnTo>
                  <a:pt x="1502" y="6"/>
                </a:lnTo>
                <a:cubicBezTo>
                  <a:pt x="1464" y="2"/>
                  <a:pt x="1427" y="1"/>
                  <a:pt x="1390"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 name="Google Shape;289;p25"/>
          <p:cNvGrpSpPr/>
          <p:nvPr/>
        </p:nvGrpSpPr>
        <p:grpSpPr>
          <a:xfrm>
            <a:off x="6373378" y="342027"/>
            <a:ext cx="784639" cy="113893"/>
            <a:chOff x="3475643" y="585681"/>
            <a:chExt cx="776639" cy="106234"/>
          </a:xfrm>
        </p:grpSpPr>
        <p:sp>
          <p:nvSpPr>
            <p:cNvPr id="290" name="Google Shape;290;p25"/>
            <p:cNvSpPr/>
            <p:nvPr/>
          </p:nvSpPr>
          <p:spPr>
            <a:xfrm>
              <a:off x="3876755" y="585681"/>
              <a:ext cx="375527" cy="77778"/>
            </a:xfrm>
            <a:custGeom>
              <a:rect b="b" l="l" r="r" t="t"/>
              <a:pathLst>
                <a:path extrusionOk="0" h="2736" w="13210">
                  <a:moveTo>
                    <a:pt x="4103" y="0"/>
                  </a:moveTo>
                  <a:lnTo>
                    <a:pt x="0" y="1868"/>
                  </a:lnTo>
                  <a:lnTo>
                    <a:pt x="13210" y="2735"/>
                  </a:lnTo>
                  <a:lnTo>
                    <a:pt x="410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5"/>
            <p:cNvSpPr/>
            <p:nvPr/>
          </p:nvSpPr>
          <p:spPr>
            <a:xfrm>
              <a:off x="3475643" y="611266"/>
              <a:ext cx="401140" cy="80649"/>
            </a:xfrm>
            <a:custGeom>
              <a:rect b="b" l="l" r="r" t="t"/>
              <a:pathLst>
                <a:path extrusionOk="0" h="2837" w="14111">
                  <a:moveTo>
                    <a:pt x="0" y="1"/>
                  </a:moveTo>
                  <a:lnTo>
                    <a:pt x="9941" y="2836"/>
                  </a:lnTo>
                  <a:lnTo>
                    <a:pt x="14110" y="968"/>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25"/>
          <p:cNvGrpSpPr/>
          <p:nvPr/>
        </p:nvGrpSpPr>
        <p:grpSpPr>
          <a:xfrm>
            <a:off x="6370247" y="694727"/>
            <a:ext cx="540344" cy="107798"/>
            <a:chOff x="3602714" y="1084442"/>
            <a:chExt cx="534835" cy="100548"/>
          </a:xfrm>
        </p:grpSpPr>
        <p:sp>
          <p:nvSpPr>
            <p:cNvPr id="293" name="Google Shape;293;p25"/>
            <p:cNvSpPr/>
            <p:nvPr/>
          </p:nvSpPr>
          <p:spPr>
            <a:xfrm>
              <a:off x="3875789" y="1084442"/>
              <a:ext cx="261760" cy="53131"/>
            </a:xfrm>
            <a:custGeom>
              <a:rect b="b" l="l" r="r" t="t"/>
              <a:pathLst>
                <a:path extrusionOk="0" h="1869" w="9208">
                  <a:moveTo>
                    <a:pt x="2836" y="1"/>
                  </a:moveTo>
                  <a:lnTo>
                    <a:pt x="1" y="1769"/>
                  </a:lnTo>
                  <a:lnTo>
                    <a:pt x="9208" y="1869"/>
                  </a:lnTo>
                  <a:lnTo>
                    <a:pt x="2836"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5"/>
            <p:cNvSpPr/>
            <p:nvPr/>
          </p:nvSpPr>
          <p:spPr>
            <a:xfrm>
              <a:off x="3602714" y="1131859"/>
              <a:ext cx="273103" cy="53131"/>
            </a:xfrm>
            <a:custGeom>
              <a:rect b="b" l="l" r="r" t="t"/>
              <a:pathLst>
                <a:path extrusionOk="0" h="1869" w="9607">
                  <a:moveTo>
                    <a:pt x="0" y="1"/>
                  </a:moveTo>
                  <a:lnTo>
                    <a:pt x="6738" y="1869"/>
                  </a:lnTo>
                  <a:lnTo>
                    <a:pt x="9607" y="101"/>
                  </a:lnTo>
                  <a:lnTo>
                    <a:pt x="0" y="1"/>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 name="Google Shape;295;p25"/>
          <p:cNvSpPr/>
          <p:nvPr/>
        </p:nvSpPr>
        <p:spPr>
          <a:xfrm rot="1445244">
            <a:off x="5959652" y="826669"/>
            <a:ext cx="640260" cy="105717"/>
          </a:xfrm>
          <a:custGeom>
            <a:rect b="b" l="l" r="r" t="t"/>
            <a:pathLst>
              <a:path extrusionOk="0" h="4006" w="22084">
                <a:moveTo>
                  <a:pt x="21057" y="0"/>
                </a:moveTo>
                <a:cubicBezTo>
                  <a:pt x="21033" y="0"/>
                  <a:pt x="21008" y="1"/>
                  <a:pt x="20982" y="3"/>
                </a:cubicBezTo>
                <a:lnTo>
                  <a:pt x="868" y="2238"/>
                </a:lnTo>
                <a:cubicBezTo>
                  <a:pt x="368" y="2305"/>
                  <a:pt x="1" y="2738"/>
                  <a:pt x="101" y="3239"/>
                </a:cubicBezTo>
                <a:cubicBezTo>
                  <a:pt x="201" y="3672"/>
                  <a:pt x="601" y="3972"/>
                  <a:pt x="1035" y="4006"/>
                </a:cubicBezTo>
                <a:lnTo>
                  <a:pt x="1201" y="4006"/>
                </a:lnTo>
                <a:lnTo>
                  <a:pt x="21282" y="1671"/>
                </a:lnTo>
                <a:cubicBezTo>
                  <a:pt x="21749" y="1637"/>
                  <a:pt x="22083" y="1204"/>
                  <a:pt x="21983" y="737"/>
                </a:cubicBezTo>
                <a:cubicBezTo>
                  <a:pt x="21888" y="293"/>
                  <a:pt x="21522" y="0"/>
                  <a:pt x="21057"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 name="Google Shape;296;p25"/>
          <p:cNvGrpSpPr/>
          <p:nvPr/>
        </p:nvGrpSpPr>
        <p:grpSpPr>
          <a:xfrm>
            <a:off x="6591560" y="773600"/>
            <a:ext cx="97735" cy="354144"/>
            <a:chOff x="3826495" y="1173249"/>
            <a:chExt cx="96739" cy="330328"/>
          </a:xfrm>
        </p:grpSpPr>
        <p:sp>
          <p:nvSpPr>
            <p:cNvPr id="297" name="Google Shape;297;p25"/>
            <p:cNvSpPr/>
            <p:nvPr/>
          </p:nvSpPr>
          <p:spPr>
            <a:xfrm>
              <a:off x="3826495" y="1173249"/>
              <a:ext cx="96739" cy="242344"/>
            </a:xfrm>
            <a:custGeom>
              <a:rect b="b" l="l" r="r" t="t"/>
              <a:pathLst>
                <a:path extrusionOk="0" h="8525" w="3403">
                  <a:moveTo>
                    <a:pt x="1166" y="0"/>
                  </a:moveTo>
                  <a:cubicBezTo>
                    <a:pt x="540" y="0"/>
                    <a:pt x="31" y="503"/>
                    <a:pt x="0" y="1147"/>
                  </a:cubicBezTo>
                  <a:lnTo>
                    <a:pt x="0" y="7151"/>
                  </a:lnTo>
                  <a:cubicBezTo>
                    <a:pt x="34" y="7885"/>
                    <a:pt x="634" y="8452"/>
                    <a:pt x="1335" y="8485"/>
                  </a:cubicBezTo>
                  <a:lnTo>
                    <a:pt x="2102" y="8519"/>
                  </a:lnTo>
                  <a:cubicBezTo>
                    <a:pt x="2142" y="8522"/>
                    <a:pt x="2181" y="8524"/>
                    <a:pt x="2220" y="8524"/>
                  </a:cubicBezTo>
                  <a:cubicBezTo>
                    <a:pt x="2869" y="8524"/>
                    <a:pt x="3403" y="8014"/>
                    <a:pt x="3403" y="7384"/>
                  </a:cubicBezTo>
                  <a:lnTo>
                    <a:pt x="3403" y="1414"/>
                  </a:lnTo>
                  <a:cubicBezTo>
                    <a:pt x="3369" y="680"/>
                    <a:pt x="2802" y="113"/>
                    <a:pt x="2102" y="79"/>
                  </a:cubicBezTo>
                  <a:lnTo>
                    <a:pt x="1335" y="13"/>
                  </a:lnTo>
                  <a:cubicBezTo>
                    <a:pt x="1278" y="4"/>
                    <a:pt x="1221" y="0"/>
                    <a:pt x="1166"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5"/>
            <p:cNvSpPr/>
            <p:nvPr/>
          </p:nvSpPr>
          <p:spPr>
            <a:xfrm>
              <a:off x="3841761" y="1360330"/>
              <a:ext cx="67259" cy="143246"/>
            </a:xfrm>
            <a:custGeom>
              <a:rect b="b" l="l" r="r" t="t"/>
              <a:pathLst>
                <a:path extrusionOk="0" h="5039" w="2366">
                  <a:moveTo>
                    <a:pt x="541" y="0"/>
                  </a:moveTo>
                  <a:cubicBezTo>
                    <a:pt x="235" y="0"/>
                    <a:pt x="1" y="255"/>
                    <a:pt x="64" y="570"/>
                  </a:cubicBezTo>
                  <a:lnTo>
                    <a:pt x="664" y="4573"/>
                  </a:lnTo>
                  <a:cubicBezTo>
                    <a:pt x="700" y="4878"/>
                    <a:pt x="948" y="5038"/>
                    <a:pt x="1201" y="5038"/>
                  </a:cubicBezTo>
                  <a:cubicBezTo>
                    <a:pt x="1418" y="5038"/>
                    <a:pt x="1639" y="4920"/>
                    <a:pt x="1732" y="4673"/>
                  </a:cubicBezTo>
                  <a:lnTo>
                    <a:pt x="2332" y="703"/>
                  </a:lnTo>
                  <a:cubicBezTo>
                    <a:pt x="2365" y="370"/>
                    <a:pt x="2132" y="103"/>
                    <a:pt x="1798" y="70"/>
                  </a:cubicBezTo>
                  <a:lnTo>
                    <a:pt x="598" y="3"/>
                  </a:lnTo>
                  <a:cubicBezTo>
                    <a:pt x="579" y="1"/>
                    <a:pt x="560" y="0"/>
                    <a:pt x="5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26"/>
          <p:cNvPicPr preferRelativeResize="0"/>
          <p:nvPr/>
        </p:nvPicPr>
        <p:blipFill>
          <a:blip r:embed="rId3">
            <a:alphaModFix/>
          </a:blip>
          <a:stretch>
            <a:fillRect/>
          </a:stretch>
        </p:blipFill>
        <p:spPr>
          <a:xfrm>
            <a:off x="963450" y="1599050"/>
            <a:ext cx="3549775" cy="2958600"/>
          </a:xfrm>
          <a:prstGeom prst="rect">
            <a:avLst/>
          </a:prstGeom>
          <a:noFill/>
          <a:ln>
            <a:noFill/>
          </a:ln>
        </p:spPr>
      </p:pic>
      <p:sp>
        <p:nvSpPr>
          <p:cNvPr id="304" name="Google Shape;304;p26"/>
          <p:cNvSpPr/>
          <p:nvPr/>
        </p:nvSpPr>
        <p:spPr>
          <a:xfrm>
            <a:off x="594900" y="1041175"/>
            <a:ext cx="16935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6"/>
          <p:cNvSpPr txBox="1"/>
          <p:nvPr>
            <p:ph idx="4294967295" type="ctrTitle"/>
          </p:nvPr>
        </p:nvSpPr>
        <p:spPr>
          <a:xfrm>
            <a:off x="594900" y="580950"/>
            <a:ext cx="1917900" cy="5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Goals</a:t>
            </a:r>
            <a:endParaRPr b="0" sz="3800">
              <a:latin typeface="Poppins Black"/>
              <a:ea typeface="Poppins Black"/>
              <a:cs typeface="Poppins Black"/>
              <a:sym typeface="Poppins Black"/>
            </a:endParaRPr>
          </a:p>
        </p:txBody>
      </p:sp>
      <p:sp>
        <p:nvSpPr>
          <p:cNvPr id="306" name="Google Shape;306;p26"/>
          <p:cNvSpPr txBox="1"/>
          <p:nvPr>
            <p:ph idx="4294967295" type="subTitle"/>
          </p:nvPr>
        </p:nvSpPr>
        <p:spPr>
          <a:xfrm>
            <a:off x="520525" y="1708301"/>
            <a:ext cx="5124900" cy="33753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666666"/>
              </a:buClr>
              <a:buSzPts val="1600"/>
              <a:buFont typeface="Roboto"/>
              <a:buChar char="●"/>
            </a:pPr>
            <a:r>
              <a:rPr lang="en" sz="1600">
                <a:solidFill>
                  <a:srgbClr val="545E66"/>
                </a:solidFill>
                <a:latin typeface="Roboto"/>
                <a:ea typeface="Roboto"/>
                <a:cs typeface="Roboto"/>
                <a:sym typeface="Roboto"/>
              </a:rPr>
              <a:t>Measure</a:t>
            </a:r>
            <a:r>
              <a:rPr lang="en" sz="1600">
                <a:solidFill>
                  <a:srgbClr val="545E66"/>
                </a:solidFill>
                <a:latin typeface="Roboto"/>
                <a:ea typeface="Roboto"/>
                <a:cs typeface="Roboto"/>
                <a:sym typeface="Roboto"/>
              </a:rPr>
              <a:t> network quality between the nodes</a:t>
            </a:r>
            <a:endParaRPr sz="1600">
              <a:solidFill>
                <a:srgbClr val="545E66"/>
              </a:solidFill>
              <a:latin typeface="Roboto"/>
              <a:ea typeface="Roboto"/>
              <a:cs typeface="Roboto"/>
              <a:sym typeface="Roboto"/>
            </a:endParaRPr>
          </a:p>
          <a:p>
            <a:pPr indent="-330200" lvl="0" marL="457200" rtl="0" algn="l">
              <a:lnSpc>
                <a:spcPct val="115000"/>
              </a:lnSpc>
              <a:spcBef>
                <a:spcPts val="0"/>
              </a:spcBef>
              <a:spcAft>
                <a:spcPts val="0"/>
              </a:spcAft>
              <a:buClr>
                <a:srgbClr val="666666"/>
              </a:buClr>
              <a:buSzPts val="1600"/>
              <a:buFont typeface="Roboto"/>
              <a:buChar char="●"/>
            </a:pPr>
            <a:r>
              <a:rPr lang="en" sz="1600">
                <a:solidFill>
                  <a:srgbClr val="545E66"/>
                </a:solidFill>
                <a:latin typeface="Roboto"/>
                <a:ea typeface="Roboto"/>
                <a:cs typeface="Roboto"/>
                <a:sym typeface="Roboto"/>
              </a:rPr>
              <a:t>Relay drone adopts an optimal position to </a:t>
            </a:r>
            <a:r>
              <a:rPr lang="en" sz="1600">
                <a:solidFill>
                  <a:srgbClr val="666666"/>
                </a:solidFill>
                <a:latin typeface="Roboto"/>
                <a:ea typeface="Roboto"/>
                <a:cs typeface="Roboto"/>
                <a:sym typeface="Roboto"/>
              </a:rPr>
              <a:t>provide good network quality to the mission drones.</a:t>
            </a:r>
            <a:r>
              <a:rPr lang="en" sz="1600">
                <a:solidFill>
                  <a:srgbClr val="545E66"/>
                </a:solidFill>
                <a:latin typeface="Roboto"/>
                <a:ea typeface="Roboto"/>
                <a:cs typeface="Roboto"/>
                <a:sym typeface="Roboto"/>
              </a:rPr>
              <a:t>This position is dynamically updated.</a:t>
            </a:r>
            <a:endParaRPr sz="1600">
              <a:solidFill>
                <a:srgbClr val="545E66"/>
              </a:solidFill>
              <a:latin typeface="Roboto"/>
              <a:ea typeface="Roboto"/>
              <a:cs typeface="Roboto"/>
              <a:sym typeface="Roboto"/>
            </a:endParaRPr>
          </a:p>
          <a:p>
            <a:pPr indent="-330200" lvl="0" marL="457200" rtl="0" algn="l">
              <a:lnSpc>
                <a:spcPct val="115000"/>
              </a:lnSpc>
              <a:spcBef>
                <a:spcPts val="0"/>
              </a:spcBef>
              <a:spcAft>
                <a:spcPts val="0"/>
              </a:spcAft>
              <a:buClr>
                <a:srgbClr val="666666"/>
              </a:buClr>
              <a:buSzPts val="1600"/>
              <a:buFont typeface="Roboto"/>
              <a:buChar char="●"/>
            </a:pPr>
            <a:r>
              <a:rPr lang="en" sz="1600">
                <a:solidFill>
                  <a:srgbClr val="545E66"/>
                </a:solidFill>
                <a:latin typeface="Roboto"/>
                <a:ea typeface="Roboto"/>
                <a:cs typeface="Roboto"/>
                <a:sym typeface="Roboto"/>
              </a:rPr>
              <a:t>Dynamically adapt telemetry frequency, transmission ratio and video quality according to the current communication quality.</a:t>
            </a:r>
            <a:endParaRPr sz="1600">
              <a:solidFill>
                <a:srgbClr val="545E66"/>
              </a:solidFill>
              <a:latin typeface="Roboto"/>
              <a:ea typeface="Roboto"/>
              <a:cs typeface="Roboto"/>
              <a:sym typeface="Roboto"/>
            </a:endParaRPr>
          </a:p>
          <a:p>
            <a:pPr indent="0" lvl="0" marL="457200" rtl="0" algn="l">
              <a:spcBef>
                <a:spcPts val="1000"/>
              </a:spcBef>
              <a:spcAft>
                <a:spcPts val="1000"/>
              </a:spcAft>
              <a:buNone/>
            </a:pPr>
            <a:r>
              <a:t/>
            </a:r>
            <a:endParaRPr>
              <a:solidFill>
                <a:srgbClr val="545E66"/>
              </a:solidFill>
              <a:latin typeface="Roboto"/>
              <a:ea typeface="Roboto"/>
              <a:cs typeface="Roboto"/>
              <a:sym typeface="Roboto"/>
            </a:endParaRPr>
          </a:p>
        </p:txBody>
      </p:sp>
      <p:pic>
        <p:nvPicPr>
          <p:cNvPr id="307" name="Google Shape;307;p26"/>
          <p:cNvPicPr preferRelativeResize="0"/>
          <p:nvPr/>
        </p:nvPicPr>
        <p:blipFill>
          <a:blip r:embed="rId3">
            <a:alphaModFix/>
          </a:blip>
          <a:stretch>
            <a:fillRect/>
          </a:stretch>
        </p:blipFill>
        <p:spPr>
          <a:xfrm>
            <a:off x="6550925" y="296350"/>
            <a:ext cx="2303225" cy="1919650"/>
          </a:xfrm>
          <a:prstGeom prst="rect">
            <a:avLst/>
          </a:prstGeom>
          <a:noFill/>
          <a:ln>
            <a:noFill/>
          </a:ln>
        </p:spPr>
      </p:pic>
      <p:pic>
        <p:nvPicPr>
          <p:cNvPr id="308" name="Google Shape;308;p26"/>
          <p:cNvPicPr preferRelativeResize="0"/>
          <p:nvPr/>
        </p:nvPicPr>
        <p:blipFill>
          <a:blip r:embed="rId4">
            <a:alphaModFix/>
          </a:blip>
          <a:stretch>
            <a:fillRect/>
          </a:stretch>
        </p:blipFill>
        <p:spPr>
          <a:xfrm>
            <a:off x="6313187" y="1169364"/>
            <a:ext cx="529891" cy="538927"/>
          </a:xfrm>
          <a:prstGeom prst="rect">
            <a:avLst/>
          </a:prstGeom>
          <a:noFill/>
          <a:ln>
            <a:noFill/>
          </a:ln>
        </p:spPr>
      </p:pic>
      <p:sp>
        <p:nvSpPr>
          <p:cNvPr id="309" name="Google Shape;309;p26"/>
          <p:cNvSpPr/>
          <p:nvPr/>
        </p:nvSpPr>
        <p:spPr>
          <a:xfrm flipH="1" rot="9597340">
            <a:off x="6549280" y="1053947"/>
            <a:ext cx="479654" cy="7023"/>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0" name="Google Shape;310;p26"/>
          <p:cNvPicPr preferRelativeResize="0"/>
          <p:nvPr/>
        </p:nvPicPr>
        <p:blipFill>
          <a:blip r:embed="rId5">
            <a:alphaModFix/>
          </a:blip>
          <a:stretch>
            <a:fillRect/>
          </a:stretch>
        </p:blipFill>
        <p:spPr>
          <a:xfrm>
            <a:off x="6948958" y="725175"/>
            <a:ext cx="393346" cy="400053"/>
          </a:xfrm>
          <a:prstGeom prst="rect">
            <a:avLst/>
          </a:prstGeom>
          <a:noFill/>
          <a:ln>
            <a:noFill/>
          </a:ln>
        </p:spPr>
      </p:pic>
      <p:sp>
        <p:nvSpPr>
          <p:cNvPr id="311" name="Google Shape;311;p26"/>
          <p:cNvSpPr/>
          <p:nvPr/>
        </p:nvSpPr>
        <p:spPr>
          <a:xfrm flipH="1" rot="7463931">
            <a:off x="6732242" y="1263860"/>
            <a:ext cx="484290" cy="7080"/>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2" name="Google Shape;312;p26"/>
          <p:cNvCxnSpPr/>
          <p:nvPr/>
        </p:nvCxnSpPr>
        <p:spPr>
          <a:xfrm flipH="1" rot="10800000">
            <a:off x="7342278" y="875094"/>
            <a:ext cx="570000" cy="300"/>
          </a:xfrm>
          <a:prstGeom prst="straightConnector1">
            <a:avLst/>
          </a:prstGeom>
          <a:noFill/>
          <a:ln cap="flat" cmpd="sng" w="9525">
            <a:solidFill>
              <a:srgbClr val="545E66"/>
            </a:solidFill>
            <a:prstDash val="solid"/>
            <a:round/>
            <a:headEnd len="med" w="med" type="none"/>
            <a:tailEnd len="med" w="med" type="triangle"/>
          </a:ln>
        </p:spPr>
      </p:cxnSp>
      <p:cxnSp>
        <p:nvCxnSpPr>
          <p:cNvPr id="313" name="Google Shape;313;p26"/>
          <p:cNvCxnSpPr/>
          <p:nvPr/>
        </p:nvCxnSpPr>
        <p:spPr>
          <a:xfrm rot="10800000">
            <a:off x="7373919" y="959993"/>
            <a:ext cx="552000" cy="3000"/>
          </a:xfrm>
          <a:prstGeom prst="straightConnector1">
            <a:avLst/>
          </a:prstGeom>
          <a:noFill/>
          <a:ln cap="flat" cmpd="sng" w="9525">
            <a:solidFill>
              <a:srgbClr val="545E66"/>
            </a:solidFill>
            <a:prstDash val="solid"/>
            <a:round/>
            <a:headEnd len="med" w="med" type="none"/>
            <a:tailEnd len="med" w="med" type="triangle"/>
          </a:ln>
        </p:spPr>
      </p:cxnSp>
      <p:pic>
        <p:nvPicPr>
          <p:cNvPr id="314" name="Google Shape;314;p26"/>
          <p:cNvPicPr preferRelativeResize="0"/>
          <p:nvPr/>
        </p:nvPicPr>
        <p:blipFill>
          <a:blip r:embed="rId6">
            <a:alphaModFix/>
          </a:blip>
          <a:stretch>
            <a:fillRect/>
          </a:stretch>
        </p:blipFill>
        <p:spPr>
          <a:xfrm>
            <a:off x="8005247" y="778316"/>
            <a:ext cx="279711" cy="306639"/>
          </a:xfrm>
          <a:prstGeom prst="rect">
            <a:avLst/>
          </a:prstGeom>
          <a:noFill/>
          <a:ln>
            <a:noFill/>
          </a:ln>
        </p:spPr>
      </p:pic>
      <p:cxnSp>
        <p:nvCxnSpPr>
          <p:cNvPr id="315" name="Google Shape;315;p26"/>
          <p:cNvCxnSpPr/>
          <p:nvPr/>
        </p:nvCxnSpPr>
        <p:spPr>
          <a:xfrm>
            <a:off x="8159906" y="1175796"/>
            <a:ext cx="76500" cy="191100"/>
          </a:xfrm>
          <a:prstGeom prst="straightConnector1">
            <a:avLst/>
          </a:prstGeom>
          <a:noFill/>
          <a:ln cap="flat" cmpd="sng" w="9525">
            <a:solidFill>
              <a:srgbClr val="545E66"/>
            </a:solidFill>
            <a:prstDash val="solid"/>
            <a:round/>
            <a:headEnd len="med" w="med" type="none"/>
            <a:tailEnd len="med" w="med" type="triangle"/>
          </a:ln>
        </p:spPr>
      </p:cxnSp>
      <p:cxnSp>
        <p:nvCxnSpPr>
          <p:cNvPr id="316" name="Google Shape;316;p26"/>
          <p:cNvCxnSpPr/>
          <p:nvPr/>
        </p:nvCxnSpPr>
        <p:spPr>
          <a:xfrm rot="10800000">
            <a:off x="8275328" y="1139453"/>
            <a:ext cx="93900" cy="207600"/>
          </a:xfrm>
          <a:prstGeom prst="straightConnector1">
            <a:avLst/>
          </a:prstGeom>
          <a:noFill/>
          <a:ln cap="flat" cmpd="sng" w="9525">
            <a:solidFill>
              <a:srgbClr val="545E66"/>
            </a:solidFill>
            <a:prstDash val="solid"/>
            <a:round/>
            <a:headEnd len="med" w="med" type="none"/>
            <a:tailEnd len="med" w="med" type="triangle"/>
          </a:ln>
        </p:spPr>
      </p:cxnSp>
      <p:pic>
        <p:nvPicPr>
          <p:cNvPr id="317" name="Google Shape;317;p26"/>
          <p:cNvPicPr preferRelativeResize="0"/>
          <p:nvPr/>
        </p:nvPicPr>
        <p:blipFill>
          <a:blip r:embed="rId7">
            <a:alphaModFix/>
          </a:blip>
          <a:stretch>
            <a:fillRect/>
          </a:stretch>
        </p:blipFill>
        <p:spPr>
          <a:xfrm>
            <a:off x="8194936" y="1381893"/>
            <a:ext cx="371227" cy="377556"/>
          </a:xfrm>
          <a:prstGeom prst="rect">
            <a:avLst/>
          </a:prstGeom>
          <a:noFill/>
          <a:ln>
            <a:noFill/>
          </a:ln>
        </p:spPr>
      </p:pic>
      <p:pic>
        <p:nvPicPr>
          <p:cNvPr id="318" name="Google Shape;318;p26"/>
          <p:cNvPicPr preferRelativeResize="0"/>
          <p:nvPr/>
        </p:nvPicPr>
        <p:blipFill>
          <a:blip r:embed="rId4">
            <a:alphaModFix/>
          </a:blip>
          <a:stretch>
            <a:fillRect/>
          </a:stretch>
        </p:blipFill>
        <p:spPr>
          <a:xfrm>
            <a:off x="8333581" y="1497235"/>
            <a:ext cx="93932" cy="95540"/>
          </a:xfrm>
          <a:prstGeom prst="rect">
            <a:avLst/>
          </a:prstGeom>
          <a:noFill/>
          <a:ln>
            <a:noFill/>
          </a:ln>
        </p:spPr>
      </p:pic>
      <p:pic>
        <p:nvPicPr>
          <p:cNvPr id="319" name="Google Shape;319;p26"/>
          <p:cNvPicPr preferRelativeResize="0"/>
          <p:nvPr/>
        </p:nvPicPr>
        <p:blipFill>
          <a:blip r:embed="rId4">
            <a:alphaModFix/>
          </a:blip>
          <a:stretch>
            <a:fillRect/>
          </a:stretch>
        </p:blipFill>
        <p:spPr>
          <a:xfrm>
            <a:off x="6304652" y="2521729"/>
            <a:ext cx="487417" cy="588584"/>
          </a:xfrm>
          <a:prstGeom prst="rect">
            <a:avLst/>
          </a:prstGeom>
          <a:noFill/>
          <a:ln>
            <a:noFill/>
          </a:ln>
        </p:spPr>
      </p:pic>
      <p:pic>
        <p:nvPicPr>
          <p:cNvPr id="320" name="Google Shape;320;p26"/>
          <p:cNvPicPr preferRelativeResize="0"/>
          <p:nvPr/>
        </p:nvPicPr>
        <p:blipFill>
          <a:blip r:embed="rId5">
            <a:alphaModFix/>
          </a:blip>
          <a:stretch>
            <a:fillRect/>
          </a:stretch>
        </p:blipFill>
        <p:spPr>
          <a:xfrm>
            <a:off x="6889460" y="2036612"/>
            <a:ext cx="361816" cy="436915"/>
          </a:xfrm>
          <a:prstGeom prst="rect">
            <a:avLst/>
          </a:prstGeom>
          <a:noFill/>
          <a:ln>
            <a:noFill/>
          </a:ln>
        </p:spPr>
      </p:pic>
      <p:cxnSp>
        <p:nvCxnSpPr>
          <p:cNvPr id="321" name="Google Shape;321;p26"/>
          <p:cNvCxnSpPr/>
          <p:nvPr/>
        </p:nvCxnSpPr>
        <p:spPr>
          <a:xfrm>
            <a:off x="8370559" y="2528755"/>
            <a:ext cx="70500" cy="208800"/>
          </a:xfrm>
          <a:prstGeom prst="straightConnector1">
            <a:avLst/>
          </a:prstGeom>
          <a:noFill/>
          <a:ln cap="flat" cmpd="sng" w="9525">
            <a:solidFill>
              <a:srgbClr val="545E66"/>
            </a:solidFill>
            <a:prstDash val="solid"/>
            <a:round/>
            <a:headEnd len="med" w="med" type="none"/>
            <a:tailEnd len="med" w="med" type="triangle"/>
          </a:ln>
        </p:spPr>
      </p:cxnSp>
      <p:cxnSp>
        <p:nvCxnSpPr>
          <p:cNvPr id="322" name="Google Shape;322;p26"/>
          <p:cNvCxnSpPr/>
          <p:nvPr/>
        </p:nvCxnSpPr>
        <p:spPr>
          <a:xfrm rot="10800000">
            <a:off x="8476703" y="2489291"/>
            <a:ext cx="86400" cy="226500"/>
          </a:xfrm>
          <a:prstGeom prst="straightConnector1">
            <a:avLst/>
          </a:prstGeom>
          <a:noFill/>
          <a:ln cap="flat" cmpd="sng" w="9525">
            <a:solidFill>
              <a:srgbClr val="545E66"/>
            </a:solidFill>
            <a:prstDash val="solid"/>
            <a:round/>
            <a:headEnd len="med" w="med" type="none"/>
            <a:tailEnd len="med" w="med" type="triangle"/>
          </a:ln>
        </p:spPr>
      </p:cxnSp>
      <p:pic>
        <p:nvPicPr>
          <p:cNvPr id="323" name="Google Shape;323;p26"/>
          <p:cNvPicPr preferRelativeResize="0"/>
          <p:nvPr/>
        </p:nvPicPr>
        <p:blipFill>
          <a:blip r:embed="rId7">
            <a:alphaModFix/>
          </a:blip>
          <a:stretch>
            <a:fillRect/>
          </a:stretch>
        </p:blipFill>
        <p:spPr>
          <a:xfrm>
            <a:off x="8402781" y="2753842"/>
            <a:ext cx="341471" cy="412346"/>
          </a:xfrm>
          <a:prstGeom prst="rect">
            <a:avLst/>
          </a:prstGeom>
          <a:noFill/>
          <a:ln>
            <a:noFill/>
          </a:ln>
        </p:spPr>
      </p:pic>
      <p:pic>
        <p:nvPicPr>
          <p:cNvPr id="324" name="Google Shape;324;p26"/>
          <p:cNvPicPr preferRelativeResize="0"/>
          <p:nvPr/>
        </p:nvPicPr>
        <p:blipFill>
          <a:blip r:embed="rId4">
            <a:alphaModFix/>
          </a:blip>
          <a:stretch>
            <a:fillRect/>
          </a:stretch>
        </p:blipFill>
        <p:spPr>
          <a:xfrm>
            <a:off x="8530314" y="2879811"/>
            <a:ext cx="86402" cy="104343"/>
          </a:xfrm>
          <a:prstGeom prst="rect">
            <a:avLst/>
          </a:prstGeom>
          <a:noFill/>
          <a:ln>
            <a:noFill/>
          </a:ln>
        </p:spPr>
      </p:pic>
      <p:pic>
        <p:nvPicPr>
          <p:cNvPr id="325" name="Google Shape;325;p26"/>
          <p:cNvPicPr preferRelativeResize="0"/>
          <p:nvPr/>
        </p:nvPicPr>
        <p:blipFill>
          <a:blip r:embed="rId8">
            <a:alphaModFix/>
          </a:blip>
          <a:stretch>
            <a:fillRect/>
          </a:stretch>
        </p:blipFill>
        <p:spPr>
          <a:xfrm>
            <a:off x="8214201" y="2077654"/>
            <a:ext cx="285483" cy="373461"/>
          </a:xfrm>
          <a:prstGeom prst="rect">
            <a:avLst/>
          </a:prstGeom>
          <a:noFill/>
          <a:ln>
            <a:noFill/>
          </a:ln>
        </p:spPr>
      </p:pic>
      <p:pic>
        <p:nvPicPr>
          <p:cNvPr id="326" name="Google Shape;326;p26"/>
          <p:cNvPicPr preferRelativeResize="0"/>
          <p:nvPr/>
        </p:nvPicPr>
        <p:blipFill>
          <a:blip r:embed="rId4">
            <a:alphaModFix/>
          </a:blip>
          <a:stretch>
            <a:fillRect/>
          </a:stretch>
        </p:blipFill>
        <p:spPr>
          <a:xfrm>
            <a:off x="6267377" y="4127820"/>
            <a:ext cx="498274" cy="594238"/>
          </a:xfrm>
          <a:prstGeom prst="rect">
            <a:avLst/>
          </a:prstGeom>
          <a:noFill/>
          <a:ln>
            <a:noFill/>
          </a:ln>
        </p:spPr>
      </p:pic>
      <p:sp>
        <p:nvSpPr>
          <p:cNvPr id="327" name="Google Shape;327;p26"/>
          <p:cNvSpPr/>
          <p:nvPr/>
        </p:nvSpPr>
        <p:spPr>
          <a:xfrm flipH="1" rot="9411316">
            <a:off x="6484418" y="4000417"/>
            <a:ext cx="461004" cy="7875"/>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 name="Google Shape;328;p26"/>
          <p:cNvPicPr preferRelativeResize="0"/>
          <p:nvPr/>
        </p:nvPicPr>
        <p:blipFill>
          <a:blip r:embed="rId5">
            <a:alphaModFix/>
          </a:blip>
          <a:stretch>
            <a:fillRect/>
          </a:stretch>
        </p:blipFill>
        <p:spPr>
          <a:xfrm>
            <a:off x="6865211" y="3638043"/>
            <a:ext cx="369876" cy="441111"/>
          </a:xfrm>
          <a:prstGeom prst="rect">
            <a:avLst/>
          </a:prstGeom>
          <a:noFill/>
          <a:ln>
            <a:noFill/>
          </a:ln>
        </p:spPr>
      </p:pic>
      <p:sp>
        <p:nvSpPr>
          <p:cNvPr id="329" name="Google Shape;329;p26"/>
          <p:cNvSpPr/>
          <p:nvPr/>
        </p:nvSpPr>
        <p:spPr>
          <a:xfrm flipH="1" rot="7217277">
            <a:off x="6633834" y="4232063"/>
            <a:ext cx="510364" cy="7452"/>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0" name="Google Shape;330;p26"/>
          <p:cNvCxnSpPr>
            <a:endCxn id="331" idx="1"/>
          </p:cNvCxnSpPr>
          <p:nvPr/>
        </p:nvCxnSpPr>
        <p:spPr>
          <a:xfrm flipH="1" rot="10800000">
            <a:off x="7235147" y="3689456"/>
            <a:ext cx="334500" cy="114300"/>
          </a:xfrm>
          <a:prstGeom prst="straightConnector1">
            <a:avLst/>
          </a:prstGeom>
          <a:noFill/>
          <a:ln cap="flat" cmpd="sng" w="9525">
            <a:solidFill>
              <a:srgbClr val="545E66"/>
            </a:solidFill>
            <a:prstDash val="solid"/>
            <a:round/>
            <a:headEnd len="med" w="med" type="none"/>
            <a:tailEnd len="med" w="med" type="triangle"/>
          </a:ln>
        </p:spPr>
      </p:cxnSp>
      <p:cxnSp>
        <p:nvCxnSpPr>
          <p:cNvPr id="332" name="Google Shape;332;p26"/>
          <p:cNvCxnSpPr/>
          <p:nvPr/>
        </p:nvCxnSpPr>
        <p:spPr>
          <a:xfrm flipH="1">
            <a:off x="7264837" y="3761065"/>
            <a:ext cx="335100" cy="126900"/>
          </a:xfrm>
          <a:prstGeom prst="straightConnector1">
            <a:avLst/>
          </a:prstGeom>
          <a:noFill/>
          <a:ln cap="flat" cmpd="sng" w="9525">
            <a:solidFill>
              <a:srgbClr val="545E66"/>
            </a:solidFill>
            <a:prstDash val="solid"/>
            <a:round/>
            <a:headEnd len="med" w="med" type="none"/>
            <a:tailEnd len="med" w="med" type="triangle"/>
          </a:ln>
        </p:spPr>
      </p:cxnSp>
      <p:pic>
        <p:nvPicPr>
          <p:cNvPr id="331" name="Google Shape;331;p26"/>
          <p:cNvPicPr preferRelativeResize="0"/>
          <p:nvPr/>
        </p:nvPicPr>
        <p:blipFill>
          <a:blip r:embed="rId5">
            <a:alphaModFix/>
          </a:blip>
          <a:stretch>
            <a:fillRect/>
          </a:stretch>
        </p:blipFill>
        <p:spPr>
          <a:xfrm>
            <a:off x="7569647" y="3468900"/>
            <a:ext cx="369876" cy="441111"/>
          </a:xfrm>
          <a:prstGeom prst="rect">
            <a:avLst/>
          </a:prstGeom>
          <a:noFill/>
          <a:ln>
            <a:noFill/>
          </a:ln>
        </p:spPr>
      </p:pic>
      <p:pic>
        <p:nvPicPr>
          <p:cNvPr id="333" name="Google Shape;333;p26"/>
          <p:cNvPicPr preferRelativeResize="0"/>
          <p:nvPr/>
        </p:nvPicPr>
        <p:blipFill>
          <a:blip r:embed="rId6">
            <a:alphaModFix/>
          </a:blip>
          <a:stretch>
            <a:fillRect/>
          </a:stretch>
        </p:blipFill>
        <p:spPr>
          <a:xfrm>
            <a:off x="8216805" y="3689546"/>
            <a:ext cx="263021" cy="338110"/>
          </a:xfrm>
          <a:prstGeom prst="rect">
            <a:avLst/>
          </a:prstGeom>
          <a:noFill/>
          <a:ln>
            <a:noFill/>
          </a:ln>
        </p:spPr>
      </p:pic>
      <p:cxnSp>
        <p:nvCxnSpPr>
          <p:cNvPr id="334" name="Google Shape;334;p26"/>
          <p:cNvCxnSpPr/>
          <p:nvPr/>
        </p:nvCxnSpPr>
        <p:spPr>
          <a:xfrm>
            <a:off x="7934872" y="3822795"/>
            <a:ext cx="249600" cy="119700"/>
          </a:xfrm>
          <a:prstGeom prst="straightConnector1">
            <a:avLst/>
          </a:prstGeom>
          <a:noFill/>
          <a:ln cap="flat" cmpd="sng" w="9525">
            <a:solidFill>
              <a:srgbClr val="545E66"/>
            </a:solidFill>
            <a:prstDash val="solid"/>
            <a:round/>
            <a:headEnd len="med" w="med" type="none"/>
            <a:tailEnd len="med" w="med" type="triangle"/>
          </a:ln>
        </p:spPr>
      </p:cxnSp>
      <p:cxnSp>
        <p:nvCxnSpPr>
          <p:cNvPr id="335" name="Google Shape;335;p26"/>
          <p:cNvCxnSpPr/>
          <p:nvPr/>
        </p:nvCxnSpPr>
        <p:spPr>
          <a:xfrm rot="10800000">
            <a:off x="7939441" y="3711195"/>
            <a:ext cx="243600" cy="111600"/>
          </a:xfrm>
          <a:prstGeom prst="straightConnector1">
            <a:avLst/>
          </a:prstGeom>
          <a:noFill/>
          <a:ln cap="flat" cmpd="sng" w="9525">
            <a:solidFill>
              <a:srgbClr val="545E66"/>
            </a:solidFill>
            <a:prstDash val="solid"/>
            <a:round/>
            <a:headEnd len="med" w="med" type="none"/>
            <a:tailEnd len="med" w="med" type="triangle"/>
          </a:ln>
        </p:spPr>
      </p:cxnSp>
      <p:cxnSp>
        <p:nvCxnSpPr>
          <p:cNvPr id="336" name="Google Shape;336;p26"/>
          <p:cNvCxnSpPr/>
          <p:nvPr/>
        </p:nvCxnSpPr>
        <p:spPr>
          <a:xfrm>
            <a:off x="8362236" y="4127820"/>
            <a:ext cx="72000" cy="210600"/>
          </a:xfrm>
          <a:prstGeom prst="straightConnector1">
            <a:avLst/>
          </a:prstGeom>
          <a:noFill/>
          <a:ln cap="flat" cmpd="sng" w="9525">
            <a:solidFill>
              <a:srgbClr val="545E66"/>
            </a:solidFill>
            <a:prstDash val="solid"/>
            <a:round/>
            <a:headEnd len="med" w="med" type="none"/>
            <a:tailEnd len="med" w="med" type="triangle"/>
          </a:ln>
        </p:spPr>
      </p:cxnSp>
      <p:cxnSp>
        <p:nvCxnSpPr>
          <p:cNvPr id="337" name="Google Shape;337;p26"/>
          <p:cNvCxnSpPr/>
          <p:nvPr/>
        </p:nvCxnSpPr>
        <p:spPr>
          <a:xfrm rot="10800000">
            <a:off x="8470868" y="4087753"/>
            <a:ext cx="88200" cy="228900"/>
          </a:xfrm>
          <a:prstGeom prst="straightConnector1">
            <a:avLst/>
          </a:prstGeom>
          <a:noFill/>
          <a:ln cap="flat" cmpd="sng" w="9525">
            <a:solidFill>
              <a:srgbClr val="545E66"/>
            </a:solidFill>
            <a:prstDash val="solid"/>
            <a:round/>
            <a:headEnd len="med" w="med" type="none"/>
            <a:tailEnd len="med" w="med" type="triangle"/>
          </a:ln>
        </p:spPr>
      </p:cxnSp>
      <p:pic>
        <p:nvPicPr>
          <p:cNvPr id="338" name="Google Shape;338;p26"/>
          <p:cNvPicPr preferRelativeResize="0"/>
          <p:nvPr/>
        </p:nvPicPr>
        <p:blipFill>
          <a:blip r:embed="rId7">
            <a:alphaModFix/>
          </a:blip>
          <a:stretch>
            <a:fillRect/>
          </a:stretch>
        </p:blipFill>
        <p:spPr>
          <a:xfrm>
            <a:off x="8395175" y="4355069"/>
            <a:ext cx="349076" cy="416306"/>
          </a:xfrm>
          <a:prstGeom prst="rect">
            <a:avLst/>
          </a:prstGeom>
          <a:noFill/>
          <a:ln>
            <a:noFill/>
          </a:ln>
        </p:spPr>
      </p:pic>
      <p:pic>
        <p:nvPicPr>
          <p:cNvPr id="339" name="Google Shape;339;p26"/>
          <p:cNvPicPr preferRelativeResize="0"/>
          <p:nvPr/>
        </p:nvPicPr>
        <p:blipFill>
          <a:blip r:embed="rId4">
            <a:alphaModFix/>
          </a:blip>
          <a:stretch>
            <a:fillRect/>
          </a:stretch>
        </p:blipFill>
        <p:spPr>
          <a:xfrm>
            <a:off x="8525548" y="4482248"/>
            <a:ext cx="88327" cy="1053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27"/>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345" name="Google Shape;345;p27"/>
          <p:cNvPicPr preferRelativeResize="0"/>
          <p:nvPr/>
        </p:nvPicPr>
        <p:blipFill>
          <a:blip r:embed="rId4">
            <a:alphaModFix/>
          </a:blip>
          <a:stretch>
            <a:fillRect/>
          </a:stretch>
        </p:blipFill>
        <p:spPr>
          <a:xfrm>
            <a:off x="282200" y="507425"/>
            <a:ext cx="6331950" cy="628650"/>
          </a:xfrm>
          <a:prstGeom prst="rect">
            <a:avLst/>
          </a:prstGeom>
          <a:noFill/>
          <a:ln>
            <a:noFill/>
          </a:ln>
        </p:spPr>
      </p:pic>
      <p:sp>
        <p:nvSpPr>
          <p:cNvPr id="346" name="Google Shape;346;p27"/>
          <p:cNvSpPr/>
          <p:nvPr/>
        </p:nvSpPr>
        <p:spPr>
          <a:xfrm>
            <a:off x="335150" y="1052300"/>
            <a:ext cx="26484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txBox="1"/>
          <p:nvPr>
            <p:ph idx="4294967295" type="ctrTitle"/>
          </p:nvPr>
        </p:nvSpPr>
        <p:spPr>
          <a:xfrm>
            <a:off x="335150" y="546950"/>
            <a:ext cx="3116400" cy="5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Overview</a:t>
            </a:r>
            <a:endParaRPr b="0" sz="3800">
              <a:latin typeface="Poppins Black"/>
              <a:ea typeface="Poppins Black"/>
              <a:cs typeface="Poppins Black"/>
              <a:sym typeface="Poppins Black"/>
            </a:endParaRPr>
          </a:p>
        </p:txBody>
      </p:sp>
      <p:pic>
        <p:nvPicPr>
          <p:cNvPr id="348" name="Google Shape;348;p27"/>
          <p:cNvPicPr preferRelativeResize="0"/>
          <p:nvPr/>
        </p:nvPicPr>
        <p:blipFill>
          <a:blip r:embed="rId5">
            <a:alphaModFix/>
          </a:blip>
          <a:stretch>
            <a:fillRect/>
          </a:stretch>
        </p:blipFill>
        <p:spPr>
          <a:xfrm>
            <a:off x="4031725" y="574501"/>
            <a:ext cx="4814725" cy="4286375"/>
          </a:xfrm>
          <a:prstGeom prst="rect">
            <a:avLst/>
          </a:prstGeom>
          <a:noFill/>
          <a:ln>
            <a:noFill/>
          </a:ln>
        </p:spPr>
      </p:pic>
      <p:pic>
        <p:nvPicPr>
          <p:cNvPr id="349" name="Google Shape;349;p27"/>
          <p:cNvPicPr preferRelativeResize="0"/>
          <p:nvPr/>
        </p:nvPicPr>
        <p:blipFill>
          <a:blip r:embed="rId6">
            <a:alphaModFix/>
          </a:blip>
          <a:stretch>
            <a:fillRect/>
          </a:stretch>
        </p:blipFill>
        <p:spPr>
          <a:xfrm>
            <a:off x="5704599" y="-224925"/>
            <a:ext cx="4199350" cy="1940950"/>
          </a:xfrm>
          <a:prstGeom prst="rect">
            <a:avLst/>
          </a:prstGeom>
          <a:noFill/>
          <a:ln>
            <a:noFill/>
          </a:ln>
        </p:spPr>
      </p:pic>
      <p:sp>
        <p:nvSpPr>
          <p:cNvPr id="350" name="Google Shape;350;p27"/>
          <p:cNvSpPr txBox="1"/>
          <p:nvPr/>
        </p:nvSpPr>
        <p:spPr>
          <a:xfrm>
            <a:off x="442600" y="1669800"/>
            <a:ext cx="3375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rgbClr val="545E66"/>
              </a:solidFill>
              <a:latin typeface="Roboto"/>
              <a:ea typeface="Roboto"/>
              <a:cs typeface="Roboto"/>
              <a:sym typeface="Roboto"/>
            </a:endParaRPr>
          </a:p>
          <a:p>
            <a:pPr indent="-330200" lvl="0" marL="457200" rtl="0" algn="l">
              <a:spcBef>
                <a:spcPts val="0"/>
              </a:spcBef>
              <a:spcAft>
                <a:spcPts val="0"/>
              </a:spcAft>
              <a:buClr>
                <a:srgbClr val="545E66"/>
              </a:buClr>
              <a:buSzPts val="1600"/>
              <a:buFont typeface="Roboto"/>
              <a:buChar char="●"/>
            </a:pPr>
            <a:r>
              <a:rPr lang="en" sz="1600">
                <a:solidFill>
                  <a:srgbClr val="666666"/>
                </a:solidFill>
                <a:latin typeface="Roboto"/>
                <a:ea typeface="Roboto"/>
                <a:cs typeface="Roboto"/>
                <a:sym typeface="Roboto"/>
              </a:rPr>
              <a:t>Video quality codec </a:t>
            </a:r>
            <a:r>
              <a:rPr lang="en" sz="1600">
                <a:solidFill>
                  <a:srgbClr val="545E66"/>
                </a:solidFill>
                <a:latin typeface="Roboto"/>
                <a:ea typeface="Roboto"/>
                <a:cs typeface="Roboto"/>
                <a:sym typeface="Roboto"/>
              </a:rPr>
              <a:t>Module</a:t>
            </a:r>
            <a:endParaRPr sz="1600">
              <a:solidFill>
                <a:srgbClr val="545E66"/>
              </a:solidFill>
              <a:latin typeface="Roboto"/>
              <a:ea typeface="Roboto"/>
              <a:cs typeface="Roboto"/>
              <a:sym typeface="Roboto"/>
            </a:endParaRPr>
          </a:p>
          <a:p>
            <a:pPr indent="0" lvl="0" marL="457200" rtl="0" algn="l">
              <a:spcBef>
                <a:spcPts val="0"/>
              </a:spcBef>
              <a:spcAft>
                <a:spcPts val="0"/>
              </a:spcAft>
              <a:buNone/>
            </a:pPr>
            <a:r>
              <a:t/>
            </a:r>
            <a:endParaRPr sz="1600">
              <a:solidFill>
                <a:srgbClr val="545E66"/>
              </a:solidFill>
              <a:latin typeface="Roboto"/>
              <a:ea typeface="Roboto"/>
              <a:cs typeface="Roboto"/>
              <a:sym typeface="Roboto"/>
            </a:endParaRPr>
          </a:p>
          <a:p>
            <a:pPr indent="-330200" lvl="0" marL="457200" rtl="0" algn="l">
              <a:spcBef>
                <a:spcPts val="0"/>
              </a:spcBef>
              <a:spcAft>
                <a:spcPts val="0"/>
              </a:spcAft>
              <a:buClr>
                <a:srgbClr val="545E66"/>
              </a:buClr>
              <a:buSzPts val="1600"/>
              <a:buFont typeface="Roboto"/>
              <a:buChar char="●"/>
            </a:pPr>
            <a:r>
              <a:rPr lang="en" sz="1600">
                <a:solidFill>
                  <a:srgbClr val="666666"/>
                </a:solidFill>
                <a:latin typeface="Roboto"/>
                <a:ea typeface="Roboto"/>
                <a:cs typeface="Roboto"/>
                <a:sym typeface="Roboto"/>
              </a:rPr>
              <a:t>Wireless</a:t>
            </a:r>
            <a:r>
              <a:rPr lang="en" sz="1600">
                <a:solidFill>
                  <a:srgbClr val="FF0000"/>
                </a:solidFill>
                <a:latin typeface="Roboto"/>
                <a:ea typeface="Roboto"/>
                <a:cs typeface="Roboto"/>
                <a:sym typeface="Roboto"/>
              </a:rPr>
              <a:t> </a:t>
            </a:r>
            <a:r>
              <a:rPr lang="en" sz="1600">
                <a:solidFill>
                  <a:srgbClr val="545E66"/>
                </a:solidFill>
                <a:latin typeface="Roboto"/>
                <a:ea typeface="Roboto"/>
                <a:cs typeface="Roboto"/>
                <a:sym typeface="Roboto"/>
              </a:rPr>
              <a:t>Network Sensor</a:t>
            </a:r>
            <a:endParaRPr sz="1600">
              <a:solidFill>
                <a:srgbClr val="545E66"/>
              </a:solidFill>
              <a:latin typeface="Roboto"/>
              <a:ea typeface="Roboto"/>
              <a:cs typeface="Roboto"/>
              <a:sym typeface="Roboto"/>
            </a:endParaRPr>
          </a:p>
          <a:p>
            <a:pPr indent="0" lvl="0" marL="457200" rtl="0" algn="l">
              <a:spcBef>
                <a:spcPts val="0"/>
              </a:spcBef>
              <a:spcAft>
                <a:spcPts val="0"/>
              </a:spcAft>
              <a:buNone/>
            </a:pPr>
            <a:r>
              <a:t/>
            </a:r>
            <a:endParaRPr sz="1600">
              <a:solidFill>
                <a:srgbClr val="545E66"/>
              </a:solidFill>
              <a:latin typeface="Roboto"/>
              <a:ea typeface="Roboto"/>
              <a:cs typeface="Roboto"/>
              <a:sym typeface="Roboto"/>
            </a:endParaRPr>
          </a:p>
          <a:p>
            <a:pPr indent="-330200" lvl="0" marL="457200" rtl="0" algn="l">
              <a:spcBef>
                <a:spcPts val="0"/>
              </a:spcBef>
              <a:spcAft>
                <a:spcPts val="0"/>
              </a:spcAft>
              <a:buClr>
                <a:srgbClr val="545E66"/>
              </a:buClr>
              <a:buSzPts val="1600"/>
              <a:buFont typeface="Roboto"/>
              <a:buChar char="●"/>
            </a:pPr>
            <a:r>
              <a:rPr lang="en" sz="1600">
                <a:solidFill>
                  <a:srgbClr val="666666"/>
                </a:solidFill>
                <a:latin typeface="Roboto"/>
                <a:ea typeface="Roboto"/>
                <a:cs typeface="Roboto"/>
                <a:sym typeface="Roboto"/>
              </a:rPr>
              <a:t>Mission</a:t>
            </a:r>
            <a:r>
              <a:rPr lang="en" sz="1600">
                <a:solidFill>
                  <a:srgbClr val="545E66"/>
                </a:solidFill>
                <a:latin typeface="Roboto"/>
                <a:ea typeface="Roboto"/>
                <a:cs typeface="Roboto"/>
                <a:sym typeface="Roboto"/>
              </a:rPr>
              <a:t> Algorithm</a:t>
            </a:r>
            <a:endParaRPr sz="1600">
              <a:solidFill>
                <a:srgbClr val="545E66"/>
              </a:solidFill>
              <a:latin typeface="Roboto"/>
              <a:ea typeface="Roboto"/>
              <a:cs typeface="Roboto"/>
              <a:sym typeface="Roboto"/>
            </a:endParaRPr>
          </a:p>
          <a:p>
            <a:pPr indent="0" lvl="0" marL="457200" rtl="0" algn="l">
              <a:spcBef>
                <a:spcPts val="0"/>
              </a:spcBef>
              <a:spcAft>
                <a:spcPts val="0"/>
              </a:spcAft>
              <a:buNone/>
            </a:pPr>
            <a:r>
              <a:t/>
            </a:r>
            <a:endParaRPr sz="1600">
              <a:solidFill>
                <a:srgbClr val="545E66"/>
              </a:solidFill>
              <a:latin typeface="Roboto"/>
              <a:ea typeface="Roboto"/>
              <a:cs typeface="Roboto"/>
              <a:sym typeface="Roboto"/>
            </a:endParaRPr>
          </a:p>
          <a:p>
            <a:pPr indent="-330200" lvl="0" marL="457200" rtl="0" algn="l">
              <a:spcBef>
                <a:spcPts val="0"/>
              </a:spcBef>
              <a:spcAft>
                <a:spcPts val="0"/>
              </a:spcAft>
              <a:buClr>
                <a:srgbClr val="545E66"/>
              </a:buClr>
              <a:buSzPts val="1600"/>
              <a:buFont typeface="Roboto"/>
              <a:buChar char="●"/>
            </a:pPr>
            <a:r>
              <a:rPr lang="en" sz="1600">
                <a:solidFill>
                  <a:srgbClr val="545E66"/>
                </a:solidFill>
                <a:latin typeface="Roboto"/>
                <a:ea typeface="Roboto"/>
                <a:cs typeface="Roboto"/>
                <a:sym typeface="Roboto"/>
              </a:rPr>
              <a:t>Telemetry Module</a:t>
            </a:r>
            <a:endParaRPr sz="1600">
              <a:solidFill>
                <a:srgbClr val="545E66"/>
              </a:solidFill>
              <a:latin typeface="Roboto"/>
              <a:ea typeface="Roboto"/>
              <a:cs typeface="Roboto"/>
              <a:sym typeface="Roboto"/>
            </a:endParaRPr>
          </a:p>
          <a:p>
            <a:pPr indent="0" lvl="0" marL="457200" rtl="0" algn="l">
              <a:spcBef>
                <a:spcPts val="0"/>
              </a:spcBef>
              <a:spcAft>
                <a:spcPts val="0"/>
              </a:spcAft>
              <a:buNone/>
            </a:pPr>
            <a:r>
              <a:t/>
            </a:r>
            <a:endParaRPr sz="1600">
              <a:solidFill>
                <a:srgbClr val="545E66"/>
              </a:solidFill>
              <a:latin typeface="Roboto"/>
              <a:ea typeface="Roboto"/>
              <a:cs typeface="Roboto"/>
              <a:sym typeface="Roboto"/>
            </a:endParaRPr>
          </a:p>
          <a:p>
            <a:pPr indent="-330200" lvl="0" marL="457200" rtl="0" algn="l">
              <a:spcBef>
                <a:spcPts val="0"/>
              </a:spcBef>
              <a:spcAft>
                <a:spcPts val="0"/>
              </a:spcAft>
              <a:buClr>
                <a:srgbClr val="545E66"/>
              </a:buClr>
              <a:buSzPts val="1600"/>
              <a:buFont typeface="Roboto"/>
              <a:buChar char="●"/>
            </a:pPr>
            <a:r>
              <a:rPr lang="en" sz="1600">
                <a:solidFill>
                  <a:srgbClr val="666666"/>
                </a:solidFill>
                <a:latin typeface="Roboto"/>
                <a:ea typeface="Roboto"/>
                <a:cs typeface="Roboto"/>
                <a:sym typeface="Roboto"/>
              </a:rPr>
              <a:t>Backend and</a:t>
            </a:r>
            <a:r>
              <a:rPr lang="en" sz="1600">
                <a:solidFill>
                  <a:srgbClr val="FF0000"/>
                </a:solidFill>
                <a:latin typeface="Roboto"/>
                <a:ea typeface="Roboto"/>
                <a:cs typeface="Roboto"/>
                <a:sym typeface="Roboto"/>
              </a:rPr>
              <a:t> </a:t>
            </a:r>
            <a:r>
              <a:rPr lang="en" sz="1600">
                <a:solidFill>
                  <a:srgbClr val="545E66"/>
                </a:solidFill>
                <a:latin typeface="Roboto"/>
                <a:ea typeface="Roboto"/>
                <a:cs typeface="Roboto"/>
                <a:sym typeface="Roboto"/>
              </a:rPr>
              <a:t>Dashboard</a:t>
            </a:r>
            <a:endParaRPr>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28"/>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356" name="Google Shape;356;p28"/>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357" name="Google Shape;357;p28"/>
          <p:cNvSpPr/>
          <p:nvPr/>
        </p:nvSpPr>
        <p:spPr>
          <a:xfrm>
            <a:off x="310100" y="953400"/>
            <a:ext cx="55821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8"/>
          <p:cNvSpPr txBox="1"/>
          <p:nvPr>
            <p:ph idx="4294967295" type="ctrTitle"/>
          </p:nvPr>
        </p:nvSpPr>
        <p:spPr>
          <a:xfrm>
            <a:off x="231950" y="551675"/>
            <a:ext cx="71283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Wireless Network Sensor</a:t>
            </a:r>
            <a:endParaRPr b="0" sz="3300">
              <a:latin typeface="Poppins Black"/>
              <a:ea typeface="Poppins Black"/>
              <a:cs typeface="Poppins Black"/>
              <a:sym typeface="Poppins Black"/>
            </a:endParaRPr>
          </a:p>
        </p:txBody>
      </p:sp>
      <p:pic>
        <p:nvPicPr>
          <p:cNvPr id="359" name="Google Shape;359;p28"/>
          <p:cNvPicPr preferRelativeResize="0"/>
          <p:nvPr/>
        </p:nvPicPr>
        <p:blipFill>
          <a:blip r:embed="rId5">
            <a:alphaModFix/>
          </a:blip>
          <a:stretch>
            <a:fillRect/>
          </a:stretch>
        </p:blipFill>
        <p:spPr>
          <a:xfrm>
            <a:off x="6104949" y="-577925"/>
            <a:ext cx="4199350" cy="1940950"/>
          </a:xfrm>
          <a:prstGeom prst="rect">
            <a:avLst/>
          </a:prstGeom>
          <a:noFill/>
          <a:ln>
            <a:noFill/>
          </a:ln>
        </p:spPr>
      </p:pic>
      <p:sp>
        <p:nvSpPr>
          <p:cNvPr id="360" name="Google Shape;360;p28"/>
          <p:cNvSpPr txBox="1"/>
          <p:nvPr/>
        </p:nvSpPr>
        <p:spPr>
          <a:xfrm>
            <a:off x="5811825" y="927000"/>
            <a:ext cx="3292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900">
              <a:latin typeface="Poppins"/>
              <a:ea typeface="Poppins"/>
              <a:cs typeface="Poppins"/>
              <a:sym typeface="Poppins"/>
            </a:endParaRPr>
          </a:p>
        </p:txBody>
      </p:sp>
      <p:sp>
        <p:nvSpPr>
          <p:cNvPr id="361" name="Google Shape;361;p28"/>
          <p:cNvSpPr txBox="1"/>
          <p:nvPr/>
        </p:nvSpPr>
        <p:spPr>
          <a:xfrm>
            <a:off x="390875" y="1694950"/>
            <a:ext cx="822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362" name="Google Shape;362;p28"/>
          <p:cNvSpPr txBox="1"/>
          <p:nvPr/>
        </p:nvSpPr>
        <p:spPr>
          <a:xfrm>
            <a:off x="390875" y="1294188"/>
            <a:ext cx="8226000" cy="3093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545E66"/>
              </a:buClr>
              <a:buSzPts val="1400"/>
              <a:buFont typeface="Roboto"/>
              <a:buChar char="●"/>
            </a:pPr>
            <a:r>
              <a:rPr lang="en">
                <a:solidFill>
                  <a:srgbClr val="545E66"/>
                </a:solidFill>
                <a:latin typeface="Roboto"/>
                <a:ea typeface="Roboto"/>
                <a:cs typeface="Roboto"/>
                <a:sym typeface="Roboto"/>
              </a:rPr>
              <a:t>This module provides network quality parameters between specific </a:t>
            </a:r>
            <a:r>
              <a:rPr lang="en">
                <a:solidFill>
                  <a:srgbClr val="545E66"/>
                </a:solidFill>
                <a:latin typeface="Roboto"/>
                <a:ea typeface="Roboto"/>
                <a:cs typeface="Roboto"/>
                <a:sym typeface="Roboto"/>
              </a:rPr>
              <a:t>nodes </a:t>
            </a:r>
            <a:r>
              <a:rPr lang="en">
                <a:solidFill>
                  <a:srgbClr val="545E66"/>
                </a:solidFill>
                <a:latin typeface="Roboto"/>
                <a:ea typeface="Roboto"/>
                <a:cs typeface="Roboto"/>
                <a:sym typeface="Roboto"/>
              </a:rPr>
              <a:t>in the ad-hoc network.</a:t>
            </a:r>
            <a:endParaRPr>
              <a:solidFill>
                <a:srgbClr val="545E66"/>
              </a:solidFill>
              <a:latin typeface="Roboto"/>
              <a:ea typeface="Roboto"/>
              <a:cs typeface="Roboto"/>
              <a:sym typeface="Roboto"/>
            </a:endParaRPr>
          </a:p>
          <a:p>
            <a:pPr indent="-317500" lvl="0" marL="457200" rtl="0" algn="l">
              <a:lnSpc>
                <a:spcPct val="115000"/>
              </a:lnSpc>
              <a:spcBef>
                <a:spcPts val="0"/>
              </a:spcBef>
              <a:spcAft>
                <a:spcPts val="0"/>
              </a:spcAft>
              <a:buClr>
                <a:srgbClr val="545E66"/>
              </a:buClr>
              <a:buSzPts val="1400"/>
              <a:buFont typeface="Roboto"/>
              <a:buChar char="●"/>
            </a:pPr>
            <a:r>
              <a:rPr lang="en">
                <a:solidFill>
                  <a:srgbClr val="545E66"/>
                </a:solidFill>
                <a:latin typeface="Roboto"/>
                <a:ea typeface="Roboto"/>
                <a:cs typeface="Roboto"/>
                <a:sym typeface="Roboto"/>
              </a:rPr>
              <a:t>The Ground Station can make requests, via ROS, asking for the network quality between drones/Ground Station.</a:t>
            </a:r>
            <a:endParaRPr>
              <a:solidFill>
                <a:srgbClr val="545E66"/>
              </a:solidFill>
              <a:latin typeface="Roboto"/>
              <a:ea typeface="Roboto"/>
              <a:cs typeface="Roboto"/>
              <a:sym typeface="Roboto"/>
            </a:endParaRPr>
          </a:p>
          <a:p>
            <a:pPr indent="-317500" lvl="0" marL="457200" rtl="0" algn="l">
              <a:lnSpc>
                <a:spcPct val="115000"/>
              </a:lnSpc>
              <a:spcBef>
                <a:spcPts val="0"/>
              </a:spcBef>
              <a:spcAft>
                <a:spcPts val="0"/>
              </a:spcAft>
              <a:buClr>
                <a:srgbClr val="545E66"/>
              </a:buClr>
              <a:buSzPts val="1400"/>
              <a:buFont typeface="Roboto"/>
              <a:buChar char="●"/>
            </a:pPr>
            <a:r>
              <a:rPr lang="en">
                <a:solidFill>
                  <a:srgbClr val="545E66"/>
                </a:solidFill>
                <a:latin typeface="Roboto"/>
                <a:ea typeface="Roboto"/>
                <a:cs typeface="Roboto"/>
                <a:sym typeface="Roboto"/>
              </a:rPr>
              <a:t>The network sensor that receives this request, using tools such as IW and the ping tool, will retrieve the values such as the RSSI(Received Signal Strength Indicator), the Sending/Receiving Bit rate, the latency, make an estimate value of the network quality and forward the information via ROS.</a:t>
            </a:r>
            <a:endParaRPr>
              <a:solidFill>
                <a:srgbClr val="545E66"/>
              </a:solidFill>
              <a:latin typeface="Roboto"/>
              <a:ea typeface="Roboto"/>
              <a:cs typeface="Roboto"/>
              <a:sym typeface="Roboto"/>
            </a:endParaRPr>
          </a:p>
          <a:p>
            <a:pPr indent="-317500" lvl="0" marL="457200" rtl="0" algn="l">
              <a:lnSpc>
                <a:spcPct val="115000"/>
              </a:lnSpc>
              <a:spcBef>
                <a:spcPts val="0"/>
              </a:spcBef>
              <a:spcAft>
                <a:spcPts val="0"/>
              </a:spcAft>
              <a:buClr>
                <a:srgbClr val="545E66"/>
              </a:buClr>
              <a:buSzPts val="1400"/>
              <a:buFont typeface="Roboto"/>
              <a:buChar char="●"/>
            </a:pPr>
            <a:r>
              <a:rPr lang="en">
                <a:solidFill>
                  <a:srgbClr val="545E66"/>
                </a:solidFill>
                <a:latin typeface="Roboto"/>
                <a:ea typeface="Roboto"/>
                <a:cs typeface="Roboto"/>
                <a:sym typeface="Roboto"/>
              </a:rPr>
              <a:t>We also implemented metrics such as the interface current throughput using the sysstat tool and the number of collisions and errors using ifconfig, however they were not used on the field tests due time constraints.</a:t>
            </a:r>
            <a:endParaRPr>
              <a:solidFill>
                <a:srgbClr val="545E66"/>
              </a:solidFill>
              <a:latin typeface="Roboto"/>
              <a:ea typeface="Roboto"/>
              <a:cs typeface="Roboto"/>
              <a:sym typeface="Roboto"/>
            </a:endParaRPr>
          </a:p>
          <a:p>
            <a:pPr indent="0" lvl="0" marL="0" rtl="0" algn="l">
              <a:spcBef>
                <a:spcPts val="0"/>
              </a:spcBef>
              <a:spcAft>
                <a:spcPts val="0"/>
              </a:spcAft>
              <a:buNone/>
            </a:pPr>
            <a:r>
              <a:t/>
            </a:r>
            <a:endParaRPr>
              <a:solidFill>
                <a:srgbClr val="545E66"/>
              </a:solidFill>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p:txBody>
      </p:sp>
      <p:pic>
        <p:nvPicPr>
          <p:cNvPr id="363" name="Google Shape;363;p28"/>
          <p:cNvPicPr preferRelativeResize="0"/>
          <p:nvPr/>
        </p:nvPicPr>
        <p:blipFill>
          <a:blip r:embed="rId6">
            <a:alphaModFix/>
          </a:blip>
          <a:stretch>
            <a:fillRect/>
          </a:stretch>
        </p:blipFill>
        <p:spPr>
          <a:xfrm>
            <a:off x="3958900" y="3553825"/>
            <a:ext cx="3901526" cy="1564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29"/>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369" name="Google Shape;369;p29"/>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370" name="Google Shape;370;p29"/>
          <p:cNvSpPr/>
          <p:nvPr/>
        </p:nvSpPr>
        <p:spPr>
          <a:xfrm>
            <a:off x="310100" y="953400"/>
            <a:ext cx="55821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9"/>
          <p:cNvSpPr txBox="1"/>
          <p:nvPr>
            <p:ph idx="4294967295" type="ctrTitle"/>
          </p:nvPr>
        </p:nvSpPr>
        <p:spPr>
          <a:xfrm>
            <a:off x="231950" y="551675"/>
            <a:ext cx="71283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Wireless </a:t>
            </a:r>
            <a:r>
              <a:rPr lang="en" sz="3300"/>
              <a:t>Network Sensor</a:t>
            </a:r>
            <a:endParaRPr b="0" sz="3300">
              <a:latin typeface="Poppins Black"/>
              <a:ea typeface="Poppins Black"/>
              <a:cs typeface="Poppins Black"/>
              <a:sym typeface="Poppins Black"/>
            </a:endParaRPr>
          </a:p>
        </p:txBody>
      </p:sp>
      <p:pic>
        <p:nvPicPr>
          <p:cNvPr id="372" name="Google Shape;372;p29"/>
          <p:cNvPicPr preferRelativeResize="0"/>
          <p:nvPr/>
        </p:nvPicPr>
        <p:blipFill>
          <a:blip r:embed="rId5">
            <a:alphaModFix/>
          </a:blip>
          <a:stretch>
            <a:fillRect/>
          </a:stretch>
        </p:blipFill>
        <p:spPr>
          <a:xfrm>
            <a:off x="6104949" y="-577925"/>
            <a:ext cx="4199350" cy="1940950"/>
          </a:xfrm>
          <a:prstGeom prst="rect">
            <a:avLst/>
          </a:prstGeom>
          <a:noFill/>
          <a:ln>
            <a:noFill/>
          </a:ln>
        </p:spPr>
      </p:pic>
      <p:pic>
        <p:nvPicPr>
          <p:cNvPr id="373" name="Google Shape;373;p29"/>
          <p:cNvPicPr preferRelativeResize="0"/>
          <p:nvPr/>
        </p:nvPicPr>
        <p:blipFill>
          <a:blip r:embed="rId6">
            <a:alphaModFix/>
          </a:blip>
          <a:stretch>
            <a:fillRect/>
          </a:stretch>
        </p:blipFill>
        <p:spPr>
          <a:xfrm>
            <a:off x="410550" y="1841900"/>
            <a:ext cx="4684795" cy="3301600"/>
          </a:xfrm>
          <a:prstGeom prst="rect">
            <a:avLst/>
          </a:prstGeom>
          <a:noFill/>
          <a:ln>
            <a:noFill/>
          </a:ln>
        </p:spPr>
      </p:pic>
      <p:sp>
        <p:nvSpPr>
          <p:cNvPr id="374" name="Google Shape;374;p29"/>
          <p:cNvSpPr txBox="1"/>
          <p:nvPr/>
        </p:nvSpPr>
        <p:spPr>
          <a:xfrm>
            <a:off x="5811825" y="927000"/>
            <a:ext cx="32928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Poppins"/>
                <a:ea typeface="Poppins"/>
                <a:cs typeface="Poppins"/>
                <a:sym typeface="Poppins"/>
              </a:rPr>
              <a:t>Example of a message with the network parameters between drone01 and drone02:</a:t>
            </a:r>
            <a:endParaRPr sz="900">
              <a:latin typeface="Poppins"/>
              <a:ea typeface="Poppins"/>
              <a:cs typeface="Poppins"/>
              <a:sym typeface="Poppins"/>
            </a:endParaRPr>
          </a:p>
          <a:p>
            <a:pPr indent="0" lvl="0" marL="0" rtl="0" algn="l">
              <a:spcBef>
                <a:spcPts val="0"/>
              </a:spcBef>
              <a:spcAft>
                <a:spcPts val="0"/>
              </a:spcAft>
              <a:buNone/>
            </a:pPr>
            <a:r>
              <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{Station: </a:t>
            </a:r>
            <a:r>
              <a:rPr lang="en" sz="900">
                <a:latin typeface="Poppins"/>
                <a:ea typeface="Poppins"/>
                <a:cs typeface="Poppins"/>
                <a:sym typeface="Poppins"/>
              </a:rPr>
              <a:t>“04:05:06:07:08:01”</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IP: “10.1.1.6”</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Latency: “0.80ms”</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Signal: “70.0”</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TxByte: “12056”</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RxBit: “48 Mbit/s”</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TxBit: “48 Mbit/s”</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Connection: “drone02”</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NetworkQuality: “HIGH”}</a:t>
            </a:r>
            <a:endParaRPr sz="900">
              <a:latin typeface="Poppins"/>
              <a:ea typeface="Poppins"/>
              <a:cs typeface="Poppins"/>
              <a:sym typeface="Poppins"/>
            </a:endParaRPr>
          </a:p>
        </p:txBody>
      </p:sp>
      <p:sp>
        <p:nvSpPr>
          <p:cNvPr id="375" name="Google Shape;375;p29"/>
          <p:cNvSpPr txBox="1"/>
          <p:nvPr/>
        </p:nvSpPr>
        <p:spPr>
          <a:xfrm>
            <a:off x="5811825" y="3051000"/>
            <a:ext cx="32928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Poppins"/>
                <a:ea typeface="Poppins"/>
                <a:cs typeface="Poppins"/>
                <a:sym typeface="Poppins"/>
              </a:rPr>
              <a:t>Example of a message with the network parameters between drone01 and drone03</a:t>
            </a:r>
            <a:r>
              <a:rPr lang="en" sz="900">
                <a:latin typeface="Poppins"/>
                <a:ea typeface="Poppins"/>
                <a:cs typeface="Poppins"/>
                <a:sym typeface="Poppins"/>
              </a:rPr>
              <a:t>:</a:t>
            </a:r>
            <a:endParaRPr sz="900">
              <a:latin typeface="Poppins"/>
              <a:ea typeface="Poppins"/>
              <a:cs typeface="Poppins"/>
              <a:sym typeface="Poppins"/>
            </a:endParaRPr>
          </a:p>
          <a:p>
            <a:pPr indent="0" lvl="0" marL="0" rtl="0" algn="l">
              <a:spcBef>
                <a:spcPts val="0"/>
              </a:spcBef>
              <a:spcAft>
                <a:spcPts val="0"/>
              </a:spcAft>
              <a:buNone/>
            </a:pPr>
            <a:r>
              <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{Station: “04:05:06:07:08:00”</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IP: “10.1.1.5”</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Latency: “0.72ms”</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Signal: “63.0”</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TxByte: “12000”</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RxBit: “54 Mbit/s”</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TxBit: “54 Mbit/s”</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Connection: “drone03”</a:t>
            </a:r>
            <a:endParaRPr sz="900">
              <a:latin typeface="Poppins"/>
              <a:ea typeface="Poppins"/>
              <a:cs typeface="Poppins"/>
              <a:sym typeface="Poppins"/>
            </a:endParaRPr>
          </a:p>
          <a:p>
            <a:pPr indent="0" lvl="0" marL="0" rtl="0" algn="l">
              <a:spcBef>
                <a:spcPts val="0"/>
              </a:spcBef>
              <a:spcAft>
                <a:spcPts val="0"/>
              </a:spcAft>
              <a:buNone/>
            </a:pPr>
            <a:r>
              <a:rPr lang="en" sz="900">
                <a:latin typeface="Poppins"/>
                <a:ea typeface="Poppins"/>
                <a:cs typeface="Poppins"/>
                <a:sym typeface="Poppins"/>
              </a:rPr>
              <a:t>	NetworkQuality: “HIGH”}</a:t>
            </a:r>
            <a:endParaRPr sz="900">
              <a:latin typeface="Poppins"/>
              <a:ea typeface="Poppins"/>
              <a:cs typeface="Poppins"/>
              <a:sym typeface="Poppins"/>
            </a:endParaRPr>
          </a:p>
        </p:txBody>
      </p:sp>
      <p:sp>
        <p:nvSpPr>
          <p:cNvPr id="376" name="Google Shape;376;p29"/>
          <p:cNvSpPr/>
          <p:nvPr/>
        </p:nvSpPr>
        <p:spPr>
          <a:xfrm>
            <a:off x="1296975" y="2760975"/>
            <a:ext cx="1599000" cy="290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9"/>
          <p:cNvSpPr/>
          <p:nvPr/>
        </p:nvSpPr>
        <p:spPr>
          <a:xfrm>
            <a:off x="1403575" y="3826975"/>
            <a:ext cx="1439100" cy="290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9"/>
          <p:cNvSpPr txBox="1"/>
          <p:nvPr/>
        </p:nvSpPr>
        <p:spPr>
          <a:xfrm>
            <a:off x="1243675" y="2675175"/>
            <a:ext cx="1599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Poppins"/>
                <a:ea typeface="Poppins"/>
                <a:cs typeface="Poppins"/>
                <a:sym typeface="Poppins"/>
              </a:rPr>
              <a:t>Requesting connection qualities</a:t>
            </a:r>
            <a:endParaRPr sz="900">
              <a:latin typeface="Poppins"/>
              <a:ea typeface="Poppins"/>
              <a:cs typeface="Poppins"/>
              <a:sym typeface="Poppins"/>
            </a:endParaRPr>
          </a:p>
        </p:txBody>
      </p:sp>
      <p:sp>
        <p:nvSpPr>
          <p:cNvPr id="379" name="Google Shape;379;p29"/>
          <p:cNvSpPr txBox="1"/>
          <p:nvPr/>
        </p:nvSpPr>
        <p:spPr>
          <a:xfrm>
            <a:off x="1243675" y="3787000"/>
            <a:ext cx="1599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Poppins"/>
                <a:ea typeface="Poppins"/>
                <a:cs typeface="Poppins"/>
                <a:sym typeface="Poppins"/>
              </a:rPr>
              <a:t>Connections parameters</a:t>
            </a:r>
            <a:endParaRPr sz="9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30"/>
          <p:cNvPicPr preferRelativeResize="0"/>
          <p:nvPr/>
        </p:nvPicPr>
        <p:blipFill>
          <a:blip r:embed="rId3">
            <a:alphaModFix/>
          </a:blip>
          <a:stretch>
            <a:fillRect/>
          </a:stretch>
        </p:blipFill>
        <p:spPr>
          <a:xfrm>
            <a:off x="7493900" y="3450100"/>
            <a:ext cx="1497704" cy="2043925"/>
          </a:xfrm>
          <a:prstGeom prst="rect">
            <a:avLst/>
          </a:prstGeom>
          <a:noFill/>
          <a:ln>
            <a:noFill/>
          </a:ln>
        </p:spPr>
      </p:pic>
      <p:pic>
        <p:nvPicPr>
          <p:cNvPr id="385" name="Google Shape;385;p30"/>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386" name="Google Shape;386;p30"/>
          <p:cNvSpPr/>
          <p:nvPr/>
        </p:nvSpPr>
        <p:spPr>
          <a:xfrm>
            <a:off x="410550" y="953400"/>
            <a:ext cx="48291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0"/>
          <p:cNvSpPr txBox="1"/>
          <p:nvPr>
            <p:ph idx="4294967295" type="ctrTitle"/>
          </p:nvPr>
        </p:nvSpPr>
        <p:spPr>
          <a:xfrm>
            <a:off x="410550" y="487500"/>
            <a:ext cx="49197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Telemetry module</a:t>
            </a:r>
            <a:endParaRPr b="0" sz="3800">
              <a:latin typeface="Poppins Black"/>
              <a:ea typeface="Poppins Black"/>
              <a:cs typeface="Poppins Black"/>
              <a:sym typeface="Poppins Black"/>
            </a:endParaRPr>
          </a:p>
        </p:txBody>
      </p:sp>
      <p:pic>
        <p:nvPicPr>
          <p:cNvPr id="388" name="Google Shape;388;p30"/>
          <p:cNvPicPr preferRelativeResize="0"/>
          <p:nvPr/>
        </p:nvPicPr>
        <p:blipFill>
          <a:blip r:embed="rId5">
            <a:alphaModFix/>
          </a:blip>
          <a:stretch>
            <a:fillRect/>
          </a:stretch>
        </p:blipFill>
        <p:spPr>
          <a:xfrm>
            <a:off x="5659424" y="-311400"/>
            <a:ext cx="4199350" cy="1940950"/>
          </a:xfrm>
          <a:prstGeom prst="rect">
            <a:avLst/>
          </a:prstGeom>
          <a:noFill/>
          <a:ln>
            <a:noFill/>
          </a:ln>
        </p:spPr>
      </p:pic>
      <p:pic>
        <p:nvPicPr>
          <p:cNvPr id="389" name="Google Shape;389;p30"/>
          <p:cNvPicPr preferRelativeResize="0"/>
          <p:nvPr/>
        </p:nvPicPr>
        <p:blipFill>
          <a:blip r:embed="rId6">
            <a:alphaModFix/>
          </a:blip>
          <a:stretch>
            <a:fillRect/>
          </a:stretch>
        </p:blipFill>
        <p:spPr>
          <a:xfrm>
            <a:off x="231950" y="1351525"/>
            <a:ext cx="5965529" cy="3513950"/>
          </a:xfrm>
          <a:prstGeom prst="rect">
            <a:avLst/>
          </a:prstGeom>
          <a:noFill/>
          <a:ln>
            <a:noFill/>
          </a:ln>
        </p:spPr>
      </p:pic>
      <p:sp>
        <p:nvSpPr>
          <p:cNvPr id="390" name="Google Shape;390;p30"/>
          <p:cNvSpPr txBox="1"/>
          <p:nvPr/>
        </p:nvSpPr>
        <p:spPr>
          <a:xfrm>
            <a:off x="4859450" y="1957113"/>
            <a:ext cx="2918700" cy="40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High transmission ratio</a:t>
            </a:r>
            <a:endParaRPr>
              <a:solidFill>
                <a:schemeClr val="dk1"/>
              </a:solidFill>
              <a:latin typeface="Poppins"/>
              <a:ea typeface="Poppins"/>
              <a:cs typeface="Poppins"/>
              <a:sym typeface="Poppins"/>
            </a:endParaRPr>
          </a:p>
        </p:txBody>
      </p:sp>
      <p:sp>
        <p:nvSpPr>
          <p:cNvPr id="391" name="Google Shape;391;p30"/>
          <p:cNvSpPr txBox="1"/>
          <p:nvPr/>
        </p:nvSpPr>
        <p:spPr>
          <a:xfrm>
            <a:off x="5889750" y="3029000"/>
            <a:ext cx="291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Poppins"/>
                <a:ea typeface="Poppins"/>
                <a:cs typeface="Poppins"/>
                <a:sym typeface="Poppins"/>
              </a:rPr>
              <a:t>Medium transmission ratio</a:t>
            </a:r>
            <a:endParaRPr>
              <a:solidFill>
                <a:schemeClr val="accent5"/>
              </a:solidFill>
              <a:latin typeface="Poppins"/>
              <a:ea typeface="Poppins"/>
              <a:cs typeface="Poppins"/>
              <a:sym typeface="Poppins"/>
            </a:endParaRPr>
          </a:p>
        </p:txBody>
      </p:sp>
      <p:sp>
        <p:nvSpPr>
          <p:cNvPr id="392" name="Google Shape;392;p30"/>
          <p:cNvSpPr txBox="1"/>
          <p:nvPr/>
        </p:nvSpPr>
        <p:spPr>
          <a:xfrm>
            <a:off x="6485850" y="4100875"/>
            <a:ext cx="291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Poppins"/>
                <a:ea typeface="Poppins"/>
                <a:cs typeface="Poppins"/>
                <a:sym typeface="Poppins"/>
              </a:rPr>
              <a:t>Low transmission ratio</a:t>
            </a:r>
            <a:endParaRPr>
              <a:solidFill>
                <a:schemeClr val="accent5"/>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31"/>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398" name="Google Shape;398;p31"/>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399" name="Google Shape;399;p31"/>
          <p:cNvSpPr/>
          <p:nvPr/>
        </p:nvSpPr>
        <p:spPr>
          <a:xfrm>
            <a:off x="410550" y="953400"/>
            <a:ext cx="55458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1"/>
          <p:cNvSpPr txBox="1"/>
          <p:nvPr>
            <p:ph idx="4294967295" type="ctrTitle"/>
          </p:nvPr>
        </p:nvSpPr>
        <p:spPr>
          <a:xfrm>
            <a:off x="410550" y="522550"/>
            <a:ext cx="58236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Video Demonstration</a:t>
            </a:r>
            <a:endParaRPr b="0" sz="3800">
              <a:latin typeface="Poppins Black"/>
              <a:ea typeface="Poppins Black"/>
              <a:cs typeface="Poppins Black"/>
              <a:sym typeface="Poppins Black"/>
            </a:endParaRPr>
          </a:p>
        </p:txBody>
      </p:sp>
      <p:pic>
        <p:nvPicPr>
          <p:cNvPr id="401" name="Google Shape;401;p31"/>
          <p:cNvPicPr preferRelativeResize="0"/>
          <p:nvPr/>
        </p:nvPicPr>
        <p:blipFill>
          <a:blip r:embed="rId5">
            <a:alphaModFix/>
          </a:blip>
          <a:stretch>
            <a:fillRect/>
          </a:stretch>
        </p:blipFill>
        <p:spPr>
          <a:xfrm>
            <a:off x="6234150" y="-311400"/>
            <a:ext cx="3777026" cy="1940950"/>
          </a:xfrm>
          <a:prstGeom prst="rect">
            <a:avLst/>
          </a:prstGeom>
          <a:noFill/>
          <a:ln>
            <a:noFill/>
          </a:ln>
        </p:spPr>
      </p:pic>
      <p:pic>
        <p:nvPicPr>
          <p:cNvPr id="402" name="Google Shape;402;p31" title="Telemetry Changing Rate">
            <a:hlinkClick r:id="rId6"/>
          </p:cNvPr>
          <p:cNvPicPr preferRelativeResize="0"/>
          <p:nvPr/>
        </p:nvPicPr>
        <p:blipFill>
          <a:blip r:embed="rId7">
            <a:alphaModFix/>
          </a:blip>
          <a:stretch>
            <a:fillRect/>
          </a:stretch>
        </p:blipFill>
        <p:spPr>
          <a:xfrm>
            <a:off x="1852650" y="1343525"/>
            <a:ext cx="5066644" cy="3799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2"/>
          <p:cNvSpPr/>
          <p:nvPr/>
        </p:nvSpPr>
        <p:spPr>
          <a:xfrm>
            <a:off x="5174400" y="2415075"/>
            <a:ext cx="2941500" cy="2114100"/>
          </a:xfrm>
          <a:prstGeom prst="roundRect">
            <a:avLst>
              <a:gd fmla="val 16667" name="adj"/>
            </a:avLst>
          </a:prstGeom>
          <a:solidFill>
            <a:srgbClr val="ACBD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2"/>
          <p:cNvSpPr/>
          <p:nvPr/>
        </p:nvSpPr>
        <p:spPr>
          <a:xfrm>
            <a:off x="457500" y="2415075"/>
            <a:ext cx="4464300" cy="2114100"/>
          </a:xfrm>
          <a:prstGeom prst="roundRect">
            <a:avLst>
              <a:gd fmla="val 16667" name="adj"/>
            </a:avLst>
          </a:prstGeom>
          <a:solidFill>
            <a:srgbClr val="ACBD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 name="Google Shape;409;p32"/>
          <p:cNvPicPr preferRelativeResize="0"/>
          <p:nvPr/>
        </p:nvPicPr>
        <p:blipFill>
          <a:blip r:embed="rId3">
            <a:alphaModFix/>
          </a:blip>
          <a:stretch>
            <a:fillRect/>
          </a:stretch>
        </p:blipFill>
        <p:spPr>
          <a:xfrm>
            <a:off x="231950" y="381750"/>
            <a:ext cx="6331950" cy="628650"/>
          </a:xfrm>
          <a:prstGeom prst="rect">
            <a:avLst/>
          </a:prstGeom>
          <a:noFill/>
          <a:ln>
            <a:noFill/>
          </a:ln>
        </p:spPr>
      </p:pic>
      <p:sp>
        <p:nvSpPr>
          <p:cNvPr id="410" name="Google Shape;410;p32"/>
          <p:cNvSpPr/>
          <p:nvPr/>
        </p:nvSpPr>
        <p:spPr>
          <a:xfrm>
            <a:off x="410550" y="953400"/>
            <a:ext cx="53250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2"/>
          <p:cNvSpPr txBox="1"/>
          <p:nvPr>
            <p:ph idx="4294967295" type="ctrTitle"/>
          </p:nvPr>
        </p:nvSpPr>
        <p:spPr>
          <a:xfrm>
            <a:off x="441125" y="576525"/>
            <a:ext cx="71925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Video quality codec Module</a:t>
            </a:r>
            <a:endParaRPr b="0" sz="2800">
              <a:latin typeface="Poppins Black"/>
              <a:ea typeface="Poppins Black"/>
              <a:cs typeface="Poppins Black"/>
              <a:sym typeface="Poppins Black"/>
            </a:endParaRPr>
          </a:p>
        </p:txBody>
      </p:sp>
      <p:pic>
        <p:nvPicPr>
          <p:cNvPr id="412" name="Google Shape;412;p32"/>
          <p:cNvPicPr preferRelativeResize="0"/>
          <p:nvPr/>
        </p:nvPicPr>
        <p:blipFill>
          <a:blip r:embed="rId4">
            <a:alphaModFix/>
          </a:blip>
          <a:stretch>
            <a:fillRect/>
          </a:stretch>
        </p:blipFill>
        <p:spPr>
          <a:xfrm>
            <a:off x="5735624" y="-235200"/>
            <a:ext cx="4199350" cy="1940950"/>
          </a:xfrm>
          <a:prstGeom prst="rect">
            <a:avLst/>
          </a:prstGeom>
          <a:noFill/>
          <a:ln>
            <a:noFill/>
          </a:ln>
        </p:spPr>
      </p:pic>
      <p:sp>
        <p:nvSpPr>
          <p:cNvPr id="413" name="Google Shape;413;p32"/>
          <p:cNvSpPr txBox="1"/>
          <p:nvPr/>
        </p:nvSpPr>
        <p:spPr>
          <a:xfrm>
            <a:off x="1677900" y="2445650"/>
            <a:ext cx="195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Good Connection</a:t>
            </a:r>
            <a:endParaRPr>
              <a:solidFill>
                <a:schemeClr val="dk1"/>
              </a:solidFill>
            </a:endParaRPr>
          </a:p>
        </p:txBody>
      </p:sp>
      <p:pic>
        <p:nvPicPr>
          <p:cNvPr id="414" name="Google Shape;414;p32"/>
          <p:cNvPicPr preferRelativeResize="0"/>
          <p:nvPr/>
        </p:nvPicPr>
        <p:blipFill>
          <a:blip r:embed="rId5">
            <a:alphaModFix/>
          </a:blip>
          <a:stretch>
            <a:fillRect/>
          </a:stretch>
        </p:blipFill>
        <p:spPr>
          <a:xfrm>
            <a:off x="5273550" y="2876738"/>
            <a:ext cx="2743200" cy="1481328"/>
          </a:xfrm>
          <a:prstGeom prst="rect">
            <a:avLst/>
          </a:prstGeom>
          <a:noFill/>
          <a:ln>
            <a:noFill/>
          </a:ln>
        </p:spPr>
      </p:pic>
      <p:sp>
        <p:nvSpPr>
          <p:cNvPr id="415" name="Google Shape;415;p32"/>
          <p:cNvSpPr txBox="1"/>
          <p:nvPr/>
        </p:nvSpPr>
        <p:spPr>
          <a:xfrm>
            <a:off x="6168250" y="2415100"/>
            <a:ext cx="1040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No video</a:t>
            </a:r>
            <a:endParaRPr>
              <a:solidFill>
                <a:schemeClr val="dk1"/>
              </a:solidFill>
            </a:endParaRPr>
          </a:p>
        </p:txBody>
      </p:sp>
      <p:sp>
        <p:nvSpPr>
          <p:cNvPr id="416" name="Google Shape;416;p32"/>
          <p:cNvSpPr txBox="1"/>
          <p:nvPr/>
        </p:nvSpPr>
        <p:spPr>
          <a:xfrm>
            <a:off x="441125" y="1481875"/>
            <a:ext cx="8325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600">
                <a:solidFill>
                  <a:srgbClr val="545E66"/>
                </a:solidFill>
                <a:latin typeface="Roboto"/>
                <a:ea typeface="Roboto"/>
                <a:cs typeface="Roboto"/>
                <a:sym typeface="Roboto"/>
              </a:rPr>
              <a:t>This module is responsible for showing the video feed encoded from the drone automatically adapting quality with the network sensor.</a:t>
            </a:r>
            <a:endParaRPr sz="1200"/>
          </a:p>
        </p:txBody>
      </p:sp>
      <p:pic>
        <p:nvPicPr>
          <p:cNvPr id="417" name="Google Shape;417;p32"/>
          <p:cNvPicPr preferRelativeResize="0"/>
          <p:nvPr/>
        </p:nvPicPr>
        <p:blipFill>
          <a:blip r:embed="rId6">
            <a:alphaModFix/>
          </a:blip>
          <a:stretch>
            <a:fillRect/>
          </a:stretch>
        </p:blipFill>
        <p:spPr>
          <a:xfrm>
            <a:off x="457500" y="3055075"/>
            <a:ext cx="4464301" cy="106469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3"/>
          <p:cNvSpPr/>
          <p:nvPr/>
        </p:nvSpPr>
        <p:spPr>
          <a:xfrm>
            <a:off x="1318350" y="2487900"/>
            <a:ext cx="6507300" cy="2655600"/>
          </a:xfrm>
          <a:prstGeom prst="roundRect">
            <a:avLst>
              <a:gd fmla="val 16667" name="adj"/>
            </a:avLst>
          </a:prstGeom>
          <a:solidFill>
            <a:srgbClr val="ACBD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33"/>
          <p:cNvPicPr preferRelativeResize="0"/>
          <p:nvPr/>
        </p:nvPicPr>
        <p:blipFill>
          <a:blip r:embed="rId3">
            <a:alphaModFix/>
          </a:blip>
          <a:stretch>
            <a:fillRect/>
          </a:stretch>
        </p:blipFill>
        <p:spPr>
          <a:xfrm>
            <a:off x="231950" y="381750"/>
            <a:ext cx="6331950" cy="628650"/>
          </a:xfrm>
          <a:prstGeom prst="rect">
            <a:avLst/>
          </a:prstGeom>
          <a:noFill/>
          <a:ln>
            <a:noFill/>
          </a:ln>
        </p:spPr>
      </p:pic>
      <p:sp>
        <p:nvSpPr>
          <p:cNvPr id="424" name="Google Shape;424;p33"/>
          <p:cNvSpPr/>
          <p:nvPr/>
        </p:nvSpPr>
        <p:spPr>
          <a:xfrm>
            <a:off x="427325" y="810900"/>
            <a:ext cx="59412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3"/>
          <p:cNvSpPr txBox="1"/>
          <p:nvPr>
            <p:ph idx="4294967295" type="ctrTitle"/>
          </p:nvPr>
        </p:nvSpPr>
        <p:spPr>
          <a:xfrm>
            <a:off x="459000" y="434625"/>
            <a:ext cx="71925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In-depth v</a:t>
            </a:r>
            <a:r>
              <a:rPr lang="en" sz="2800"/>
              <a:t>ideo quality Module</a:t>
            </a:r>
            <a:endParaRPr b="0" sz="2800">
              <a:latin typeface="Poppins Black"/>
              <a:ea typeface="Poppins Black"/>
              <a:cs typeface="Poppins Black"/>
              <a:sym typeface="Poppins Black"/>
            </a:endParaRPr>
          </a:p>
        </p:txBody>
      </p:sp>
      <p:pic>
        <p:nvPicPr>
          <p:cNvPr id="426" name="Google Shape;426;p33"/>
          <p:cNvPicPr preferRelativeResize="0"/>
          <p:nvPr/>
        </p:nvPicPr>
        <p:blipFill>
          <a:blip r:embed="rId4">
            <a:alphaModFix/>
          </a:blip>
          <a:stretch>
            <a:fillRect/>
          </a:stretch>
        </p:blipFill>
        <p:spPr>
          <a:xfrm>
            <a:off x="6652749" y="-189350"/>
            <a:ext cx="4199350" cy="1940950"/>
          </a:xfrm>
          <a:prstGeom prst="rect">
            <a:avLst/>
          </a:prstGeom>
          <a:noFill/>
          <a:ln>
            <a:noFill/>
          </a:ln>
        </p:spPr>
      </p:pic>
      <p:pic>
        <p:nvPicPr>
          <p:cNvPr id="427" name="Google Shape;427;p33"/>
          <p:cNvPicPr preferRelativeResize="0"/>
          <p:nvPr/>
        </p:nvPicPr>
        <p:blipFill>
          <a:blip r:embed="rId5">
            <a:alphaModFix/>
          </a:blip>
          <a:stretch>
            <a:fillRect/>
          </a:stretch>
        </p:blipFill>
        <p:spPr>
          <a:xfrm>
            <a:off x="1581057" y="2434351"/>
            <a:ext cx="6110416" cy="2655600"/>
          </a:xfrm>
          <a:prstGeom prst="rect">
            <a:avLst/>
          </a:prstGeom>
          <a:noFill/>
          <a:ln>
            <a:noFill/>
          </a:ln>
        </p:spPr>
      </p:pic>
      <p:sp>
        <p:nvSpPr>
          <p:cNvPr id="428" name="Google Shape;428;p33"/>
          <p:cNvSpPr txBox="1"/>
          <p:nvPr/>
        </p:nvSpPr>
        <p:spPr>
          <a:xfrm>
            <a:off x="459000" y="1158500"/>
            <a:ext cx="8226000" cy="155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545E66"/>
                </a:solidFill>
                <a:latin typeface="Roboto"/>
                <a:ea typeface="Roboto"/>
                <a:cs typeface="Roboto"/>
                <a:sym typeface="Roboto"/>
              </a:rPr>
              <a:t>For the change and transmission of video to occur, the most important factors are:</a:t>
            </a:r>
            <a:endParaRPr sz="1500">
              <a:solidFill>
                <a:srgbClr val="545E66"/>
              </a:solidFill>
              <a:latin typeface="Roboto"/>
              <a:ea typeface="Roboto"/>
              <a:cs typeface="Roboto"/>
              <a:sym typeface="Roboto"/>
            </a:endParaRPr>
          </a:p>
          <a:p>
            <a:pPr indent="-323850" lvl="0" marL="457200" rtl="0" algn="l">
              <a:spcBef>
                <a:spcPts val="0"/>
              </a:spcBef>
              <a:spcAft>
                <a:spcPts val="0"/>
              </a:spcAft>
              <a:buClr>
                <a:srgbClr val="545E66"/>
              </a:buClr>
              <a:buSzPts val="1500"/>
              <a:buFont typeface="Roboto"/>
              <a:buChar char="●"/>
            </a:pPr>
            <a:r>
              <a:rPr lang="en" sz="1500">
                <a:solidFill>
                  <a:srgbClr val="545E66"/>
                </a:solidFill>
                <a:latin typeface="Roboto"/>
                <a:ea typeface="Roboto"/>
                <a:cs typeface="Roboto"/>
                <a:sym typeface="Roboto"/>
              </a:rPr>
              <a:t>Sync between the encoder and decoder </a:t>
            </a:r>
            <a:endParaRPr sz="1500">
              <a:solidFill>
                <a:srgbClr val="545E66"/>
              </a:solidFill>
              <a:latin typeface="Roboto"/>
              <a:ea typeface="Roboto"/>
              <a:cs typeface="Roboto"/>
              <a:sym typeface="Roboto"/>
            </a:endParaRPr>
          </a:p>
          <a:p>
            <a:pPr indent="-323850" lvl="0" marL="457200" rtl="0" algn="l">
              <a:spcBef>
                <a:spcPts val="0"/>
              </a:spcBef>
              <a:spcAft>
                <a:spcPts val="0"/>
              </a:spcAft>
              <a:buClr>
                <a:srgbClr val="545E66"/>
              </a:buClr>
              <a:buSzPts val="1500"/>
              <a:buFont typeface="Roboto"/>
              <a:buChar char="●"/>
            </a:pPr>
            <a:r>
              <a:rPr lang="en" sz="1500">
                <a:solidFill>
                  <a:srgbClr val="545E66"/>
                </a:solidFill>
                <a:latin typeface="Roboto"/>
                <a:ea typeface="Roboto"/>
                <a:cs typeface="Roboto"/>
                <a:sym typeface="Roboto"/>
              </a:rPr>
              <a:t>Video cutoff, as to not overload network</a:t>
            </a:r>
            <a:endParaRPr sz="1500">
              <a:solidFill>
                <a:srgbClr val="545E66"/>
              </a:solidFill>
              <a:latin typeface="Roboto"/>
              <a:ea typeface="Roboto"/>
              <a:cs typeface="Roboto"/>
              <a:sym typeface="Roboto"/>
            </a:endParaRPr>
          </a:p>
          <a:p>
            <a:pPr indent="-323850" lvl="0" marL="457200" rtl="0" algn="l">
              <a:spcBef>
                <a:spcPts val="0"/>
              </a:spcBef>
              <a:spcAft>
                <a:spcPts val="0"/>
              </a:spcAft>
              <a:buClr>
                <a:srgbClr val="545E66"/>
              </a:buClr>
              <a:buSzPts val="1500"/>
              <a:buFont typeface="Roboto"/>
              <a:buChar char="●"/>
            </a:pPr>
            <a:r>
              <a:rPr lang="en" sz="1500">
                <a:solidFill>
                  <a:srgbClr val="545E66"/>
                </a:solidFill>
                <a:latin typeface="Roboto"/>
                <a:ea typeface="Roboto"/>
                <a:cs typeface="Roboto"/>
                <a:sym typeface="Roboto"/>
              </a:rPr>
              <a:t>Change the quality with the network sensor, that provides a parameter with the best quality available according to the network state.</a:t>
            </a:r>
            <a:endParaRPr sz="1500">
              <a:solidFill>
                <a:srgbClr val="545E66"/>
              </a:solidFill>
              <a:latin typeface="Roboto"/>
              <a:ea typeface="Roboto"/>
              <a:cs typeface="Roboto"/>
              <a:sym typeface="Roboto"/>
            </a:endParaRPr>
          </a:p>
          <a:p>
            <a:pPr indent="0" lvl="0" marL="0" rtl="0" algn="l">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34"/>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434" name="Google Shape;434;p34"/>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435" name="Google Shape;435;p34"/>
          <p:cNvSpPr/>
          <p:nvPr/>
        </p:nvSpPr>
        <p:spPr>
          <a:xfrm>
            <a:off x="410550" y="953400"/>
            <a:ext cx="55458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4"/>
          <p:cNvSpPr txBox="1"/>
          <p:nvPr>
            <p:ph idx="4294967295" type="ctrTitle"/>
          </p:nvPr>
        </p:nvSpPr>
        <p:spPr>
          <a:xfrm>
            <a:off x="410550" y="522550"/>
            <a:ext cx="58236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Video Demonstration</a:t>
            </a:r>
            <a:endParaRPr b="0" sz="3800">
              <a:latin typeface="Poppins Black"/>
              <a:ea typeface="Poppins Black"/>
              <a:cs typeface="Poppins Black"/>
              <a:sym typeface="Poppins Black"/>
            </a:endParaRPr>
          </a:p>
        </p:txBody>
      </p:sp>
      <p:pic>
        <p:nvPicPr>
          <p:cNvPr id="437" name="Google Shape;437;p34"/>
          <p:cNvPicPr preferRelativeResize="0"/>
          <p:nvPr/>
        </p:nvPicPr>
        <p:blipFill>
          <a:blip r:embed="rId5">
            <a:alphaModFix/>
          </a:blip>
          <a:stretch>
            <a:fillRect/>
          </a:stretch>
        </p:blipFill>
        <p:spPr>
          <a:xfrm>
            <a:off x="6234150" y="-311400"/>
            <a:ext cx="3777026" cy="1940950"/>
          </a:xfrm>
          <a:prstGeom prst="rect">
            <a:avLst/>
          </a:prstGeom>
          <a:noFill/>
          <a:ln>
            <a:noFill/>
          </a:ln>
        </p:spPr>
      </p:pic>
      <p:pic>
        <p:nvPicPr>
          <p:cNvPr id="438" name="Google Shape;438;p34" title="Video Quality change">
            <a:hlinkClick r:id="rId6"/>
          </p:cNvPr>
          <p:cNvPicPr preferRelativeResize="0"/>
          <p:nvPr/>
        </p:nvPicPr>
        <p:blipFill>
          <a:blip r:embed="rId7">
            <a:alphaModFix/>
          </a:blip>
          <a:stretch>
            <a:fillRect/>
          </a:stretch>
        </p:blipFill>
        <p:spPr>
          <a:xfrm>
            <a:off x="2038187" y="1342775"/>
            <a:ext cx="5067625" cy="3800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35"/>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444" name="Google Shape;444;p35"/>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445" name="Google Shape;445;p35"/>
          <p:cNvSpPr/>
          <p:nvPr/>
        </p:nvSpPr>
        <p:spPr>
          <a:xfrm>
            <a:off x="410550" y="953400"/>
            <a:ext cx="48078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5"/>
          <p:cNvSpPr txBox="1"/>
          <p:nvPr>
            <p:ph idx="4294967295" type="ctrTitle"/>
          </p:nvPr>
        </p:nvSpPr>
        <p:spPr>
          <a:xfrm>
            <a:off x="410550" y="522550"/>
            <a:ext cx="53103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Mission </a:t>
            </a:r>
            <a:r>
              <a:rPr lang="en" sz="3800"/>
              <a:t>Algorithm</a:t>
            </a:r>
            <a:endParaRPr b="0" sz="3800">
              <a:latin typeface="Poppins Black"/>
              <a:ea typeface="Poppins Black"/>
              <a:cs typeface="Poppins Black"/>
              <a:sym typeface="Poppins Black"/>
            </a:endParaRPr>
          </a:p>
        </p:txBody>
      </p:sp>
      <p:pic>
        <p:nvPicPr>
          <p:cNvPr id="447" name="Google Shape;447;p35"/>
          <p:cNvPicPr preferRelativeResize="0"/>
          <p:nvPr/>
        </p:nvPicPr>
        <p:blipFill>
          <a:blip r:embed="rId5">
            <a:alphaModFix/>
          </a:blip>
          <a:stretch>
            <a:fillRect/>
          </a:stretch>
        </p:blipFill>
        <p:spPr>
          <a:xfrm>
            <a:off x="5811824" y="-311400"/>
            <a:ext cx="4199350" cy="1940950"/>
          </a:xfrm>
          <a:prstGeom prst="rect">
            <a:avLst/>
          </a:prstGeom>
          <a:noFill/>
          <a:ln>
            <a:noFill/>
          </a:ln>
        </p:spPr>
      </p:pic>
      <p:pic>
        <p:nvPicPr>
          <p:cNvPr id="448" name="Google Shape;448;p35"/>
          <p:cNvPicPr preferRelativeResize="0"/>
          <p:nvPr/>
        </p:nvPicPr>
        <p:blipFill>
          <a:blip r:embed="rId6">
            <a:alphaModFix/>
          </a:blip>
          <a:stretch>
            <a:fillRect/>
          </a:stretch>
        </p:blipFill>
        <p:spPr>
          <a:xfrm>
            <a:off x="3948650" y="1286854"/>
            <a:ext cx="4712875" cy="3835696"/>
          </a:xfrm>
          <a:prstGeom prst="rect">
            <a:avLst/>
          </a:prstGeom>
          <a:noFill/>
          <a:ln>
            <a:noFill/>
          </a:ln>
        </p:spPr>
      </p:pic>
      <p:sp>
        <p:nvSpPr>
          <p:cNvPr id="449" name="Google Shape;449;p35"/>
          <p:cNvSpPr txBox="1"/>
          <p:nvPr/>
        </p:nvSpPr>
        <p:spPr>
          <a:xfrm>
            <a:off x="286025" y="1484225"/>
            <a:ext cx="3713400" cy="352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545E66"/>
                </a:solidFill>
                <a:latin typeface="Roboto"/>
                <a:ea typeface="Roboto"/>
                <a:cs typeface="Roboto"/>
                <a:sym typeface="Roboto"/>
              </a:rPr>
              <a:t>Update drones position in order to provide  the best possible network with the available drones.</a:t>
            </a:r>
            <a:endParaRPr sz="1600">
              <a:solidFill>
                <a:srgbClr val="545E66"/>
              </a:solidFill>
              <a:latin typeface="Roboto"/>
              <a:ea typeface="Roboto"/>
              <a:cs typeface="Roboto"/>
              <a:sym typeface="Roboto"/>
            </a:endParaRPr>
          </a:p>
          <a:p>
            <a:pPr indent="0" lvl="0" marL="0" rtl="0" algn="l">
              <a:spcBef>
                <a:spcPts val="1000"/>
              </a:spcBef>
              <a:spcAft>
                <a:spcPts val="0"/>
              </a:spcAft>
              <a:buNone/>
            </a:pPr>
            <a:r>
              <a:t/>
            </a:r>
            <a:endParaRPr sz="1600">
              <a:solidFill>
                <a:srgbClr val="545E66"/>
              </a:solidFill>
              <a:latin typeface="Roboto"/>
              <a:ea typeface="Roboto"/>
              <a:cs typeface="Roboto"/>
              <a:sym typeface="Roboto"/>
            </a:endParaRPr>
          </a:p>
          <a:p>
            <a:pPr indent="0" lvl="0" marL="0" rtl="0" algn="l">
              <a:spcBef>
                <a:spcPts val="1000"/>
              </a:spcBef>
              <a:spcAft>
                <a:spcPts val="0"/>
              </a:spcAft>
              <a:buNone/>
            </a:pPr>
            <a:r>
              <a:rPr lang="en" sz="1600">
                <a:solidFill>
                  <a:srgbClr val="545E66"/>
                </a:solidFill>
                <a:latin typeface="Roboto"/>
                <a:ea typeface="Roboto"/>
                <a:cs typeface="Roboto"/>
                <a:sym typeface="Roboto"/>
              </a:rPr>
              <a:t>Decomposed in 3 parts:</a:t>
            </a:r>
            <a:endParaRPr sz="1600">
              <a:solidFill>
                <a:srgbClr val="545E66"/>
              </a:solidFill>
              <a:latin typeface="Roboto"/>
              <a:ea typeface="Roboto"/>
              <a:cs typeface="Roboto"/>
              <a:sym typeface="Roboto"/>
            </a:endParaRPr>
          </a:p>
          <a:p>
            <a:pPr indent="-330200" lvl="0" marL="457200" rtl="0" algn="l">
              <a:spcBef>
                <a:spcPts val="1000"/>
              </a:spcBef>
              <a:spcAft>
                <a:spcPts val="0"/>
              </a:spcAft>
              <a:buClr>
                <a:schemeClr val="accent2"/>
              </a:buClr>
              <a:buSzPts val="1600"/>
              <a:buFont typeface="Roboto"/>
              <a:buChar char="●"/>
            </a:pPr>
            <a:r>
              <a:rPr lang="en" sz="1600">
                <a:solidFill>
                  <a:srgbClr val="545E66"/>
                </a:solidFill>
                <a:latin typeface="Roboto"/>
                <a:ea typeface="Roboto"/>
                <a:cs typeface="Roboto"/>
                <a:sym typeface="Roboto"/>
              </a:rPr>
              <a:t>Network state: G</a:t>
            </a:r>
            <a:r>
              <a:rPr lang="en" sz="1600">
                <a:solidFill>
                  <a:srgbClr val="545E66"/>
                </a:solidFill>
                <a:latin typeface="Roboto"/>
                <a:ea typeface="Roboto"/>
                <a:cs typeface="Roboto"/>
                <a:sym typeface="Roboto"/>
              </a:rPr>
              <a:t>raph representing the network.</a:t>
            </a:r>
            <a:endParaRPr sz="1600">
              <a:solidFill>
                <a:srgbClr val="545E66"/>
              </a:solidFill>
              <a:latin typeface="Roboto"/>
              <a:ea typeface="Roboto"/>
              <a:cs typeface="Roboto"/>
              <a:sym typeface="Roboto"/>
            </a:endParaRPr>
          </a:p>
          <a:p>
            <a:pPr indent="-330200" lvl="0" marL="457200" rtl="0" algn="l">
              <a:spcBef>
                <a:spcPts val="0"/>
              </a:spcBef>
              <a:spcAft>
                <a:spcPts val="0"/>
              </a:spcAft>
              <a:buClr>
                <a:srgbClr val="FF9900"/>
              </a:buClr>
              <a:buSzPts val="1600"/>
              <a:buFont typeface="Roboto"/>
              <a:buChar char="●"/>
            </a:pPr>
            <a:r>
              <a:rPr lang="en" sz="1600">
                <a:solidFill>
                  <a:srgbClr val="545E66"/>
                </a:solidFill>
                <a:latin typeface="Roboto"/>
                <a:ea typeface="Roboto"/>
                <a:cs typeface="Roboto"/>
                <a:sym typeface="Roboto"/>
              </a:rPr>
              <a:t>Drone Relay Bridge: Connection between </a:t>
            </a:r>
            <a:r>
              <a:rPr lang="en" sz="1600">
                <a:solidFill>
                  <a:srgbClr val="545E66"/>
                </a:solidFill>
                <a:latin typeface="Roboto"/>
                <a:ea typeface="Roboto"/>
                <a:cs typeface="Roboto"/>
                <a:sym typeface="Roboto"/>
              </a:rPr>
              <a:t>mission drone without connection to a connected entity.</a:t>
            </a:r>
            <a:endParaRPr sz="1600">
              <a:solidFill>
                <a:srgbClr val="545E66"/>
              </a:solidFill>
              <a:latin typeface="Roboto"/>
              <a:ea typeface="Roboto"/>
              <a:cs typeface="Roboto"/>
              <a:sym typeface="Roboto"/>
            </a:endParaRPr>
          </a:p>
          <a:p>
            <a:pPr indent="-330200" lvl="0" marL="457200" rtl="0" algn="l">
              <a:spcBef>
                <a:spcPts val="0"/>
              </a:spcBef>
              <a:spcAft>
                <a:spcPts val="0"/>
              </a:spcAft>
              <a:buClr>
                <a:srgbClr val="1155CC"/>
              </a:buClr>
              <a:buSzPts val="1600"/>
              <a:buFont typeface="Roboto"/>
              <a:buChar char="●"/>
            </a:pPr>
            <a:r>
              <a:rPr lang="en" sz="1600">
                <a:solidFill>
                  <a:srgbClr val="545E66"/>
                </a:solidFill>
                <a:latin typeface="Roboto"/>
                <a:ea typeface="Roboto"/>
                <a:cs typeface="Roboto"/>
                <a:sym typeface="Roboto"/>
              </a:rPr>
              <a:t>Relay Link: connection between </a:t>
            </a:r>
            <a:r>
              <a:rPr lang="en" sz="1600">
                <a:solidFill>
                  <a:srgbClr val="545E66"/>
                </a:solidFill>
                <a:latin typeface="Roboto"/>
                <a:ea typeface="Roboto"/>
                <a:cs typeface="Roboto"/>
                <a:sym typeface="Roboto"/>
              </a:rPr>
              <a:t>1 drone and 1 entity.</a:t>
            </a:r>
            <a:endParaRPr sz="1600">
              <a:solidFill>
                <a:srgbClr val="545E66"/>
              </a:solidFill>
              <a:latin typeface="Roboto"/>
              <a:ea typeface="Roboto"/>
              <a:cs typeface="Roboto"/>
              <a:sym typeface="Roboto"/>
            </a:endParaRPr>
          </a:p>
        </p:txBody>
      </p:sp>
      <p:sp>
        <p:nvSpPr>
          <p:cNvPr id="450" name="Google Shape;450;p35"/>
          <p:cNvSpPr/>
          <p:nvPr/>
        </p:nvSpPr>
        <p:spPr>
          <a:xfrm>
            <a:off x="3696950" y="1191750"/>
            <a:ext cx="5310584" cy="4007163"/>
          </a:xfrm>
          <a:custGeom>
            <a:rect b="b" l="l" r="r" t="t"/>
            <a:pathLst>
              <a:path extrusionOk="0" h="173677" w="227751">
                <a:moveTo>
                  <a:pt x="211195" y="22468"/>
                </a:moveTo>
                <a:cubicBezTo>
                  <a:pt x="181694" y="-1805"/>
                  <a:pt x="50479" y="-8629"/>
                  <a:pt x="19656" y="13222"/>
                </a:cubicBezTo>
                <a:cubicBezTo>
                  <a:pt x="-11166" y="35073"/>
                  <a:pt x="-3241" y="129301"/>
                  <a:pt x="26260" y="153574"/>
                </a:cubicBezTo>
                <a:cubicBezTo>
                  <a:pt x="55762" y="177847"/>
                  <a:pt x="165843" y="180709"/>
                  <a:pt x="196665" y="158858"/>
                </a:cubicBezTo>
                <a:cubicBezTo>
                  <a:pt x="227488" y="137007"/>
                  <a:pt x="240697" y="46741"/>
                  <a:pt x="211195" y="22468"/>
                </a:cubicBezTo>
                <a:close/>
              </a:path>
            </a:pathLst>
          </a:custGeom>
          <a:noFill/>
          <a:ln cap="flat" cmpd="sng" w="9525">
            <a:solidFill>
              <a:schemeClr val="accent2"/>
            </a:solidFill>
            <a:prstDash val="solid"/>
            <a:round/>
            <a:headEnd len="med" w="med" type="none"/>
            <a:tailEnd len="med" w="med" type="none"/>
          </a:ln>
        </p:spPr>
      </p:sp>
      <p:sp>
        <p:nvSpPr>
          <p:cNvPr id="451" name="Google Shape;451;p35"/>
          <p:cNvSpPr/>
          <p:nvPr/>
        </p:nvSpPr>
        <p:spPr>
          <a:xfrm>
            <a:off x="5888025" y="1964349"/>
            <a:ext cx="3080199" cy="2817392"/>
          </a:xfrm>
          <a:custGeom>
            <a:rect b="b" l="l" r="r" t="t"/>
            <a:pathLst>
              <a:path extrusionOk="0" h="105639" w="114815">
                <a:moveTo>
                  <a:pt x="107962" y="70515"/>
                </a:moveTo>
                <a:cubicBezTo>
                  <a:pt x="96208" y="53230"/>
                  <a:pt x="53282" y="8172"/>
                  <a:pt x="35363" y="1373"/>
                </a:cubicBezTo>
                <a:cubicBezTo>
                  <a:pt x="17444" y="-5426"/>
                  <a:pt x="-3183" y="15432"/>
                  <a:pt x="447" y="29721"/>
                </a:cubicBezTo>
                <a:cubicBezTo>
                  <a:pt x="4077" y="44010"/>
                  <a:pt x="39570" y="74548"/>
                  <a:pt x="57143" y="87109"/>
                </a:cubicBezTo>
                <a:cubicBezTo>
                  <a:pt x="74717" y="99670"/>
                  <a:pt x="97418" y="107852"/>
                  <a:pt x="105888" y="105086"/>
                </a:cubicBezTo>
                <a:cubicBezTo>
                  <a:pt x="114358" y="102320"/>
                  <a:pt x="119716" y="87801"/>
                  <a:pt x="107962" y="70515"/>
                </a:cubicBezTo>
                <a:close/>
              </a:path>
            </a:pathLst>
          </a:custGeom>
          <a:noFill/>
          <a:ln cap="flat" cmpd="sng" w="9525">
            <a:solidFill>
              <a:srgbClr val="FF9900"/>
            </a:solidFill>
            <a:prstDash val="solid"/>
            <a:round/>
            <a:headEnd len="med" w="med" type="none"/>
            <a:tailEnd len="med" w="med" type="none"/>
          </a:ln>
        </p:spPr>
      </p:sp>
      <p:sp>
        <p:nvSpPr>
          <p:cNvPr id="452" name="Google Shape;452;p35"/>
          <p:cNvSpPr/>
          <p:nvPr/>
        </p:nvSpPr>
        <p:spPr>
          <a:xfrm>
            <a:off x="6933527" y="2910210"/>
            <a:ext cx="1903850" cy="1724275"/>
          </a:xfrm>
          <a:custGeom>
            <a:rect b="b" l="l" r="r" t="t"/>
            <a:pathLst>
              <a:path extrusionOk="0" h="68971" w="76154">
                <a:moveTo>
                  <a:pt x="49013" y="15614"/>
                </a:moveTo>
                <a:cubicBezTo>
                  <a:pt x="40947" y="6914"/>
                  <a:pt x="35069" y="519"/>
                  <a:pt x="27579" y="58"/>
                </a:cubicBezTo>
                <a:cubicBezTo>
                  <a:pt x="20089" y="-403"/>
                  <a:pt x="7759" y="6799"/>
                  <a:pt x="4071" y="12849"/>
                </a:cubicBezTo>
                <a:cubicBezTo>
                  <a:pt x="384" y="18899"/>
                  <a:pt x="-3361" y="27081"/>
                  <a:pt x="5454" y="36357"/>
                </a:cubicBezTo>
                <a:cubicBezTo>
                  <a:pt x="14270" y="45634"/>
                  <a:pt x="45210" y="65858"/>
                  <a:pt x="56964" y="68508"/>
                </a:cubicBezTo>
                <a:cubicBezTo>
                  <a:pt x="68718" y="71159"/>
                  <a:pt x="77303" y="61076"/>
                  <a:pt x="75978" y="52260"/>
                </a:cubicBezTo>
                <a:cubicBezTo>
                  <a:pt x="74653" y="43444"/>
                  <a:pt x="57080" y="24314"/>
                  <a:pt x="49013" y="15614"/>
                </a:cubicBezTo>
                <a:close/>
              </a:path>
            </a:pathLst>
          </a:custGeom>
          <a:noFill/>
          <a:ln cap="flat" cmpd="sng" w="9525">
            <a:solidFill>
              <a:srgbClr val="0000FF"/>
            </a:solidFill>
            <a:prstDash val="solid"/>
            <a:round/>
            <a:headEnd len="med" w="med" type="none"/>
            <a:tailEnd len="med" w="med" type="none"/>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36"/>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458" name="Google Shape;458;p36"/>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459" name="Google Shape;459;p36"/>
          <p:cNvSpPr/>
          <p:nvPr/>
        </p:nvSpPr>
        <p:spPr>
          <a:xfrm>
            <a:off x="410550" y="953400"/>
            <a:ext cx="48078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6"/>
          <p:cNvSpPr txBox="1"/>
          <p:nvPr>
            <p:ph idx="4294967295" type="ctrTitle"/>
          </p:nvPr>
        </p:nvSpPr>
        <p:spPr>
          <a:xfrm>
            <a:off x="410550" y="487500"/>
            <a:ext cx="53103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Mission Algorithm</a:t>
            </a:r>
            <a:endParaRPr b="0" sz="3800">
              <a:latin typeface="Poppins Black"/>
              <a:ea typeface="Poppins Black"/>
              <a:cs typeface="Poppins Black"/>
              <a:sym typeface="Poppins Black"/>
            </a:endParaRPr>
          </a:p>
        </p:txBody>
      </p:sp>
      <p:pic>
        <p:nvPicPr>
          <p:cNvPr id="461" name="Google Shape;461;p36"/>
          <p:cNvPicPr preferRelativeResize="0"/>
          <p:nvPr/>
        </p:nvPicPr>
        <p:blipFill>
          <a:blip r:embed="rId5">
            <a:alphaModFix/>
          </a:blip>
          <a:stretch>
            <a:fillRect/>
          </a:stretch>
        </p:blipFill>
        <p:spPr>
          <a:xfrm>
            <a:off x="5811824" y="-311400"/>
            <a:ext cx="4199350" cy="1940950"/>
          </a:xfrm>
          <a:prstGeom prst="rect">
            <a:avLst/>
          </a:prstGeom>
          <a:noFill/>
          <a:ln>
            <a:noFill/>
          </a:ln>
        </p:spPr>
      </p:pic>
      <p:sp>
        <p:nvSpPr>
          <p:cNvPr id="462" name="Google Shape;462;p36"/>
          <p:cNvSpPr txBox="1"/>
          <p:nvPr/>
        </p:nvSpPr>
        <p:spPr>
          <a:xfrm>
            <a:off x="318100" y="1540575"/>
            <a:ext cx="5493600" cy="2411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545E66"/>
              </a:buClr>
              <a:buSzPts val="1600"/>
              <a:buFont typeface="Roboto"/>
              <a:buChar char="●"/>
            </a:pPr>
            <a:r>
              <a:rPr lang="en" sz="1600">
                <a:solidFill>
                  <a:srgbClr val="545E66"/>
                </a:solidFill>
                <a:latin typeface="Roboto"/>
                <a:ea typeface="Roboto"/>
                <a:cs typeface="Roboto"/>
                <a:sym typeface="Roboto"/>
              </a:rPr>
              <a:t>The algorithm creates multiple trees, each tree starts with a connected entity (ground station or connected drone), then the tree grows with drones needing relay in order to maintain their connectivity.</a:t>
            </a:r>
            <a:endParaRPr sz="1600">
              <a:solidFill>
                <a:srgbClr val="545E66"/>
              </a:solidFill>
              <a:latin typeface="Roboto"/>
              <a:ea typeface="Roboto"/>
              <a:cs typeface="Roboto"/>
              <a:sym typeface="Roboto"/>
            </a:endParaRPr>
          </a:p>
          <a:p>
            <a:pPr indent="0" lvl="0" marL="457200" rtl="0" algn="l">
              <a:spcBef>
                <a:spcPts val="1000"/>
              </a:spcBef>
              <a:spcAft>
                <a:spcPts val="0"/>
              </a:spcAft>
              <a:buNone/>
            </a:pPr>
            <a:r>
              <a:t/>
            </a:r>
            <a:endParaRPr sz="1600">
              <a:solidFill>
                <a:srgbClr val="545E66"/>
              </a:solidFill>
              <a:latin typeface="Roboto"/>
              <a:ea typeface="Roboto"/>
              <a:cs typeface="Roboto"/>
              <a:sym typeface="Roboto"/>
            </a:endParaRPr>
          </a:p>
          <a:p>
            <a:pPr indent="-330200" lvl="0" marL="457200" rtl="0" algn="l">
              <a:spcBef>
                <a:spcPts val="1000"/>
              </a:spcBef>
              <a:spcAft>
                <a:spcPts val="0"/>
              </a:spcAft>
              <a:buClr>
                <a:srgbClr val="545E66"/>
              </a:buClr>
              <a:buSzPts val="1600"/>
              <a:buFont typeface="Roboto"/>
              <a:buChar char="●"/>
            </a:pPr>
            <a:r>
              <a:rPr lang="en" sz="1600">
                <a:solidFill>
                  <a:srgbClr val="545E66"/>
                </a:solidFill>
                <a:latin typeface="Roboto"/>
                <a:ea typeface="Roboto"/>
                <a:cs typeface="Roboto"/>
                <a:sym typeface="Roboto"/>
              </a:rPr>
              <a:t>Every time a drone is added to the tree, it is maintained until is no longer needed or is worth to switch that drone to another tree.</a:t>
            </a:r>
            <a:endParaRPr sz="1600">
              <a:solidFill>
                <a:srgbClr val="545E66"/>
              </a:solidFill>
              <a:latin typeface="Roboto"/>
              <a:ea typeface="Roboto"/>
              <a:cs typeface="Roboto"/>
              <a:sym typeface="Roboto"/>
            </a:endParaRPr>
          </a:p>
        </p:txBody>
      </p:sp>
      <p:pic>
        <p:nvPicPr>
          <p:cNvPr id="463" name="Google Shape;463;p36"/>
          <p:cNvPicPr preferRelativeResize="0"/>
          <p:nvPr/>
        </p:nvPicPr>
        <p:blipFill>
          <a:blip r:embed="rId6">
            <a:alphaModFix/>
          </a:blip>
          <a:stretch>
            <a:fillRect/>
          </a:stretch>
        </p:blipFill>
        <p:spPr>
          <a:xfrm>
            <a:off x="6090400" y="1292075"/>
            <a:ext cx="2165588" cy="3209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37"/>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469" name="Google Shape;469;p37"/>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470" name="Google Shape;470;p37"/>
          <p:cNvSpPr/>
          <p:nvPr/>
        </p:nvSpPr>
        <p:spPr>
          <a:xfrm>
            <a:off x="410550" y="953400"/>
            <a:ext cx="55563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7"/>
          <p:cNvSpPr txBox="1"/>
          <p:nvPr>
            <p:ph idx="4294967295" type="ctrTitle"/>
          </p:nvPr>
        </p:nvSpPr>
        <p:spPr>
          <a:xfrm>
            <a:off x="368525" y="487500"/>
            <a:ext cx="60588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Video Demonstration</a:t>
            </a:r>
            <a:endParaRPr b="0" sz="3800">
              <a:latin typeface="Poppins Black"/>
              <a:ea typeface="Poppins Black"/>
              <a:cs typeface="Poppins Black"/>
              <a:sym typeface="Poppins Black"/>
            </a:endParaRPr>
          </a:p>
        </p:txBody>
      </p:sp>
      <p:pic>
        <p:nvPicPr>
          <p:cNvPr id="472" name="Google Shape;472;p37"/>
          <p:cNvPicPr preferRelativeResize="0"/>
          <p:nvPr/>
        </p:nvPicPr>
        <p:blipFill>
          <a:blip r:embed="rId5">
            <a:alphaModFix/>
          </a:blip>
          <a:stretch>
            <a:fillRect/>
          </a:stretch>
        </p:blipFill>
        <p:spPr>
          <a:xfrm>
            <a:off x="6244925" y="-311400"/>
            <a:ext cx="3766250" cy="1940950"/>
          </a:xfrm>
          <a:prstGeom prst="rect">
            <a:avLst/>
          </a:prstGeom>
          <a:noFill/>
          <a:ln>
            <a:noFill/>
          </a:ln>
        </p:spPr>
      </p:pic>
      <p:pic>
        <p:nvPicPr>
          <p:cNvPr id="473" name="Google Shape;473;p37" title="Drone relay live">
            <a:hlinkClick r:id="rId6"/>
          </p:cNvPr>
          <p:cNvPicPr preferRelativeResize="0"/>
          <p:nvPr/>
        </p:nvPicPr>
        <p:blipFill>
          <a:blip r:embed="rId7">
            <a:alphaModFix/>
          </a:blip>
          <a:stretch>
            <a:fillRect/>
          </a:stretch>
        </p:blipFill>
        <p:spPr>
          <a:xfrm>
            <a:off x="1831275" y="1305300"/>
            <a:ext cx="5117610" cy="3838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38"/>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479" name="Google Shape;479;p38"/>
          <p:cNvPicPr preferRelativeResize="0"/>
          <p:nvPr/>
        </p:nvPicPr>
        <p:blipFill>
          <a:blip r:embed="rId4">
            <a:alphaModFix/>
          </a:blip>
          <a:stretch>
            <a:fillRect/>
          </a:stretch>
        </p:blipFill>
        <p:spPr>
          <a:xfrm>
            <a:off x="231950" y="381750"/>
            <a:ext cx="6331950" cy="628650"/>
          </a:xfrm>
          <a:prstGeom prst="rect">
            <a:avLst/>
          </a:prstGeom>
          <a:noFill/>
          <a:ln>
            <a:noFill/>
          </a:ln>
        </p:spPr>
      </p:pic>
      <p:sp>
        <p:nvSpPr>
          <p:cNvPr id="480" name="Google Shape;480;p38"/>
          <p:cNvSpPr/>
          <p:nvPr/>
        </p:nvSpPr>
        <p:spPr>
          <a:xfrm>
            <a:off x="410550" y="953400"/>
            <a:ext cx="57381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8"/>
          <p:cNvSpPr txBox="1"/>
          <p:nvPr>
            <p:ph idx="4294967295" type="ctrTitle"/>
          </p:nvPr>
        </p:nvSpPr>
        <p:spPr>
          <a:xfrm>
            <a:off x="410550" y="573050"/>
            <a:ext cx="67434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Backend  and </a:t>
            </a:r>
            <a:r>
              <a:rPr lang="en" sz="3300"/>
              <a:t>Dashboard</a:t>
            </a:r>
            <a:endParaRPr b="0" sz="3300">
              <a:latin typeface="Poppins Black"/>
              <a:ea typeface="Poppins Black"/>
              <a:cs typeface="Poppins Black"/>
              <a:sym typeface="Poppins Black"/>
            </a:endParaRPr>
          </a:p>
        </p:txBody>
      </p:sp>
      <p:pic>
        <p:nvPicPr>
          <p:cNvPr id="482" name="Google Shape;482;p38"/>
          <p:cNvPicPr preferRelativeResize="0"/>
          <p:nvPr/>
        </p:nvPicPr>
        <p:blipFill>
          <a:blip r:embed="rId5">
            <a:alphaModFix/>
          </a:blip>
          <a:stretch>
            <a:fillRect/>
          </a:stretch>
        </p:blipFill>
        <p:spPr>
          <a:xfrm>
            <a:off x="6047099" y="-364875"/>
            <a:ext cx="4199350" cy="1940950"/>
          </a:xfrm>
          <a:prstGeom prst="rect">
            <a:avLst/>
          </a:prstGeom>
          <a:noFill/>
          <a:ln>
            <a:noFill/>
          </a:ln>
        </p:spPr>
      </p:pic>
      <p:grpSp>
        <p:nvGrpSpPr>
          <p:cNvPr id="483" name="Google Shape;483;p38"/>
          <p:cNvGrpSpPr/>
          <p:nvPr/>
        </p:nvGrpSpPr>
        <p:grpSpPr>
          <a:xfrm>
            <a:off x="4580455" y="1488210"/>
            <a:ext cx="4199365" cy="2645745"/>
            <a:chOff x="5251825" y="1581500"/>
            <a:chExt cx="2706125" cy="2167400"/>
          </a:xfrm>
        </p:grpSpPr>
        <p:sp>
          <p:nvSpPr>
            <p:cNvPr id="484" name="Google Shape;484;p38"/>
            <p:cNvSpPr/>
            <p:nvPr/>
          </p:nvSpPr>
          <p:spPr>
            <a:xfrm>
              <a:off x="6230850" y="3040025"/>
              <a:ext cx="794775" cy="708875"/>
            </a:xfrm>
            <a:custGeom>
              <a:rect b="b" l="l" r="r" t="t"/>
              <a:pathLst>
                <a:path extrusionOk="0" h="28355" w="31791">
                  <a:moveTo>
                    <a:pt x="1" y="1"/>
                  </a:moveTo>
                  <a:cubicBezTo>
                    <a:pt x="5371" y="9208"/>
                    <a:pt x="6839" y="19148"/>
                    <a:pt x="4404" y="28355"/>
                  </a:cubicBezTo>
                  <a:lnTo>
                    <a:pt x="29355" y="28355"/>
                  </a:lnTo>
                  <a:cubicBezTo>
                    <a:pt x="31790" y="19148"/>
                    <a:pt x="30323" y="9208"/>
                    <a:pt x="2495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8"/>
            <p:cNvSpPr/>
            <p:nvPr/>
          </p:nvSpPr>
          <p:spPr>
            <a:xfrm>
              <a:off x="6198325" y="3040025"/>
              <a:ext cx="794775" cy="708875"/>
            </a:xfrm>
            <a:custGeom>
              <a:rect b="b" l="l" r="r" t="t"/>
              <a:pathLst>
                <a:path extrusionOk="0" h="28355" w="31791">
                  <a:moveTo>
                    <a:pt x="1" y="1"/>
                  </a:moveTo>
                  <a:cubicBezTo>
                    <a:pt x="5371" y="9208"/>
                    <a:pt x="6839" y="19148"/>
                    <a:pt x="4404" y="28355"/>
                  </a:cubicBezTo>
                  <a:lnTo>
                    <a:pt x="29355" y="28355"/>
                  </a:lnTo>
                  <a:cubicBezTo>
                    <a:pt x="31790" y="19148"/>
                    <a:pt x="30356" y="9208"/>
                    <a:pt x="2495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8"/>
            <p:cNvSpPr/>
            <p:nvPr/>
          </p:nvSpPr>
          <p:spPr>
            <a:xfrm>
              <a:off x="6199175" y="3040025"/>
              <a:ext cx="747225" cy="331100"/>
            </a:xfrm>
            <a:custGeom>
              <a:rect b="b" l="l" r="r" t="t"/>
              <a:pathLst>
                <a:path extrusionOk="0" h="13244" w="29889">
                  <a:moveTo>
                    <a:pt x="0" y="1"/>
                  </a:moveTo>
                  <a:cubicBezTo>
                    <a:pt x="2402" y="4104"/>
                    <a:pt x="4070" y="8574"/>
                    <a:pt x="4904" y="13244"/>
                  </a:cubicBezTo>
                  <a:lnTo>
                    <a:pt x="29888" y="13244"/>
                  </a:lnTo>
                  <a:cubicBezTo>
                    <a:pt x="29021" y="8574"/>
                    <a:pt x="27353" y="4104"/>
                    <a:pt x="2498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8"/>
            <p:cNvSpPr/>
            <p:nvPr/>
          </p:nvSpPr>
          <p:spPr>
            <a:xfrm>
              <a:off x="5287675" y="1581500"/>
              <a:ext cx="2670275" cy="1702075"/>
            </a:xfrm>
            <a:custGeom>
              <a:rect b="b" l="l" r="r" t="t"/>
              <a:pathLst>
                <a:path extrusionOk="0" h="68083" w="106811">
                  <a:moveTo>
                    <a:pt x="3003" y="0"/>
                  </a:moveTo>
                  <a:cubicBezTo>
                    <a:pt x="1335" y="0"/>
                    <a:pt x="1" y="1334"/>
                    <a:pt x="1" y="3002"/>
                  </a:cubicBezTo>
                  <a:lnTo>
                    <a:pt x="1" y="65113"/>
                  </a:lnTo>
                  <a:cubicBezTo>
                    <a:pt x="1" y="66748"/>
                    <a:pt x="1335" y="68082"/>
                    <a:pt x="3003" y="68082"/>
                  </a:cubicBezTo>
                  <a:lnTo>
                    <a:pt x="103808" y="68082"/>
                  </a:lnTo>
                  <a:cubicBezTo>
                    <a:pt x="105476" y="68082"/>
                    <a:pt x="106811" y="66748"/>
                    <a:pt x="106811" y="65113"/>
                  </a:cubicBezTo>
                  <a:lnTo>
                    <a:pt x="106811" y="3002"/>
                  </a:lnTo>
                  <a:cubicBezTo>
                    <a:pt x="106811" y="1334"/>
                    <a:pt x="105476" y="0"/>
                    <a:pt x="103808"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8"/>
            <p:cNvSpPr/>
            <p:nvPr/>
          </p:nvSpPr>
          <p:spPr>
            <a:xfrm>
              <a:off x="5287675" y="1581500"/>
              <a:ext cx="2670275" cy="1702075"/>
            </a:xfrm>
            <a:custGeom>
              <a:rect b="b" l="l" r="r" t="t"/>
              <a:pathLst>
                <a:path extrusionOk="0" h="68083" w="106811">
                  <a:moveTo>
                    <a:pt x="3003" y="0"/>
                  </a:moveTo>
                  <a:cubicBezTo>
                    <a:pt x="1335" y="0"/>
                    <a:pt x="1" y="1334"/>
                    <a:pt x="1" y="3002"/>
                  </a:cubicBezTo>
                  <a:lnTo>
                    <a:pt x="1" y="65113"/>
                  </a:lnTo>
                  <a:cubicBezTo>
                    <a:pt x="1" y="66748"/>
                    <a:pt x="1335" y="68082"/>
                    <a:pt x="3003" y="68082"/>
                  </a:cubicBezTo>
                  <a:lnTo>
                    <a:pt x="103808" y="68082"/>
                  </a:lnTo>
                  <a:cubicBezTo>
                    <a:pt x="105476" y="68082"/>
                    <a:pt x="106811" y="66748"/>
                    <a:pt x="106811" y="65113"/>
                  </a:cubicBezTo>
                  <a:lnTo>
                    <a:pt x="106811" y="3002"/>
                  </a:lnTo>
                  <a:cubicBezTo>
                    <a:pt x="106811" y="1334"/>
                    <a:pt x="105476" y="0"/>
                    <a:pt x="103808"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8"/>
            <p:cNvSpPr/>
            <p:nvPr/>
          </p:nvSpPr>
          <p:spPr>
            <a:xfrm>
              <a:off x="5251825" y="1581500"/>
              <a:ext cx="2670275" cy="1702075"/>
            </a:xfrm>
            <a:custGeom>
              <a:rect b="b" l="l" r="r" t="t"/>
              <a:pathLst>
                <a:path extrusionOk="0" h="68083" w="106811">
                  <a:moveTo>
                    <a:pt x="3003" y="0"/>
                  </a:moveTo>
                  <a:cubicBezTo>
                    <a:pt x="1335" y="0"/>
                    <a:pt x="1" y="1334"/>
                    <a:pt x="1" y="3002"/>
                  </a:cubicBezTo>
                  <a:lnTo>
                    <a:pt x="1" y="65113"/>
                  </a:lnTo>
                  <a:cubicBezTo>
                    <a:pt x="1" y="66748"/>
                    <a:pt x="1335" y="68082"/>
                    <a:pt x="3003" y="68082"/>
                  </a:cubicBezTo>
                  <a:lnTo>
                    <a:pt x="103841" y="68082"/>
                  </a:lnTo>
                  <a:cubicBezTo>
                    <a:pt x="105476" y="68082"/>
                    <a:pt x="106810" y="66748"/>
                    <a:pt x="106810" y="65113"/>
                  </a:cubicBezTo>
                  <a:lnTo>
                    <a:pt x="106810" y="3002"/>
                  </a:lnTo>
                  <a:cubicBezTo>
                    <a:pt x="106810" y="1334"/>
                    <a:pt x="105476" y="0"/>
                    <a:pt x="1038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8"/>
            <p:cNvSpPr/>
            <p:nvPr/>
          </p:nvSpPr>
          <p:spPr>
            <a:xfrm>
              <a:off x="5251825" y="1668225"/>
              <a:ext cx="2670275" cy="1371825"/>
            </a:xfrm>
            <a:custGeom>
              <a:rect b="b" l="l" r="r" t="t"/>
              <a:pathLst>
                <a:path extrusionOk="0" h="54873" w="106811">
                  <a:moveTo>
                    <a:pt x="1" y="0"/>
                  </a:moveTo>
                  <a:lnTo>
                    <a:pt x="1" y="54873"/>
                  </a:lnTo>
                  <a:lnTo>
                    <a:pt x="106810" y="54873"/>
                  </a:lnTo>
                  <a:lnTo>
                    <a:pt x="106810"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8"/>
            <p:cNvSpPr/>
            <p:nvPr/>
          </p:nvSpPr>
          <p:spPr>
            <a:xfrm>
              <a:off x="6518575" y="3114250"/>
              <a:ext cx="120100" cy="101950"/>
            </a:xfrm>
            <a:custGeom>
              <a:rect b="b" l="l" r="r" t="t"/>
              <a:pathLst>
                <a:path extrusionOk="0" h="4078" w="4804">
                  <a:moveTo>
                    <a:pt x="2735" y="1"/>
                  </a:moveTo>
                  <a:cubicBezTo>
                    <a:pt x="934" y="1"/>
                    <a:pt x="0" y="2202"/>
                    <a:pt x="1301" y="3470"/>
                  </a:cubicBezTo>
                  <a:cubicBezTo>
                    <a:pt x="1721" y="3890"/>
                    <a:pt x="2235" y="4077"/>
                    <a:pt x="2739" y="4077"/>
                  </a:cubicBezTo>
                  <a:cubicBezTo>
                    <a:pt x="3794" y="4077"/>
                    <a:pt x="4804" y="3255"/>
                    <a:pt x="4804" y="2036"/>
                  </a:cubicBezTo>
                  <a:cubicBezTo>
                    <a:pt x="4804" y="901"/>
                    <a:pt x="3870" y="1"/>
                    <a:pt x="273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8"/>
            <p:cNvSpPr/>
            <p:nvPr/>
          </p:nvSpPr>
          <p:spPr>
            <a:xfrm>
              <a:off x="6518575" y="3114250"/>
              <a:ext cx="120100" cy="101950"/>
            </a:xfrm>
            <a:custGeom>
              <a:rect b="b" l="l" r="r" t="t"/>
              <a:pathLst>
                <a:path extrusionOk="0" h="4078" w="4804">
                  <a:moveTo>
                    <a:pt x="2735" y="1"/>
                  </a:moveTo>
                  <a:cubicBezTo>
                    <a:pt x="934" y="1"/>
                    <a:pt x="0" y="2202"/>
                    <a:pt x="1301" y="3470"/>
                  </a:cubicBezTo>
                  <a:cubicBezTo>
                    <a:pt x="1721" y="3890"/>
                    <a:pt x="2235" y="4077"/>
                    <a:pt x="2739" y="4077"/>
                  </a:cubicBezTo>
                  <a:cubicBezTo>
                    <a:pt x="3794" y="4077"/>
                    <a:pt x="4804" y="3255"/>
                    <a:pt x="4804" y="2036"/>
                  </a:cubicBezTo>
                  <a:cubicBezTo>
                    <a:pt x="4804" y="901"/>
                    <a:pt x="3870" y="1"/>
                    <a:pt x="273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8"/>
            <p:cNvSpPr/>
            <p:nvPr/>
          </p:nvSpPr>
          <p:spPr>
            <a:xfrm>
              <a:off x="6054900" y="3699675"/>
              <a:ext cx="810600" cy="49225"/>
            </a:xfrm>
            <a:custGeom>
              <a:rect b="b" l="l" r="r" t="t"/>
              <a:pathLst>
                <a:path extrusionOk="0" h="1969" w="32424">
                  <a:moveTo>
                    <a:pt x="1969" y="1"/>
                  </a:moveTo>
                  <a:cubicBezTo>
                    <a:pt x="868" y="1"/>
                    <a:pt x="1" y="868"/>
                    <a:pt x="1" y="1969"/>
                  </a:cubicBezTo>
                  <a:lnTo>
                    <a:pt x="32424" y="1969"/>
                  </a:lnTo>
                  <a:cubicBezTo>
                    <a:pt x="32424" y="868"/>
                    <a:pt x="31523" y="1"/>
                    <a:pt x="30456"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8"/>
            <p:cNvSpPr/>
            <p:nvPr/>
          </p:nvSpPr>
          <p:spPr>
            <a:xfrm>
              <a:off x="6808775" y="3699675"/>
              <a:ext cx="226025" cy="49225"/>
            </a:xfrm>
            <a:custGeom>
              <a:rect b="b" l="l" r="r" t="t"/>
              <a:pathLst>
                <a:path extrusionOk="0" h="1969" w="9041">
                  <a:moveTo>
                    <a:pt x="1968" y="1"/>
                  </a:moveTo>
                  <a:cubicBezTo>
                    <a:pt x="901" y="1"/>
                    <a:pt x="0" y="868"/>
                    <a:pt x="0" y="1969"/>
                  </a:cubicBezTo>
                  <a:lnTo>
                    <a:pt x="9040" y="1969"/>
                  </a:lnTo>
                  <a:cubicBezTo>
                    <a:pt x="9040" y="868"/>
                    <a:pt x="8173" y="1"/>
                    <a:pt x="707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95" name="Google Shape;495;p38"/>
          <p:cNvPicPr preferRelativeResize="0"/>
          <p:nvPr/>
        </p:nvPicPr>
        <p:blipFill>
          <a:blip r:embed="rId6">
            <a:alphaModFix/>
          </a:blip>
          <a:stretch>
            <a:fillRect/>
          </a:stretch>
        </p:blipFill>
        <p:spPr>
          <a:xfrm>
            <a:off x="4653056" y="1549200"/>
            <a:ext cx="4077019" cy="1940951"/>
          </a:xfrm>
          <a:prstGeom prst="rect">
            <a:avLst/>
          </a:prstGeom>
          <a:noFill/>
          <a:ln>
            <a:noFill/>
          </a:ln>
        </p:spPr>
      </p:pic>
      <p:grpSp>
        <p:nvGrpSpPr>
          <p:cNvPr id="496" name="Google Shape;496;p38"/>
          <p:cNvGrpSpPr/>
          <p:nvPr/>
        </p:nvGrpSpPr>
        <p:grpSpPr>
          <a:xfrm>
            <a:off x="231955" y="1488210"/>
            <a:ext cx="4199365" cy="2645745"/>
            <a:chOff x="5251825" y="1581500"/>
            <a:chExt cx="2706125" cy="2167400"/>
          </a:xfrm>
        </p:grpSpPr>
        <p:sp>
          <p:nvSpPr>
            <p:cNvPr id="497" name="Google Shape;497;p38"/>
            <p:cNvSpPr/>
            <p:nvPr/>
          </p:nvSpPr>
          <p:spPr>
            <a:xfrm>
              <a:off x="6230850" y="3040025"/>
              <a:ext cx="794775" cy="708875"/>
            </a:xfrm>
            <a:custGeom>
              <a:rect b="b" l="l" r="r" t="t"/>
              <a:pathLst>
                <a:path extrusionOk="0" h="28355" w="31791">
                  <a:moveTo>
                    <a:pt x="1" y="1"/>
                  </a:moveTo>
                  <a:cubicBezTo>
                    <a:pt x="5371" y="9208"/>
                    <a:pt x="6839" y="19148"/>
                    <a:pt x="4404" y="28355"/>
                  </a:cubicBezTo>
                  <a:lnTo>
                    <a:pt x="29355" y="28355"/>
                  </a:lnTo>
                  <a:cubicBezTo>
                    <a:pt x="31790" y="19148"/>
                    <a:pt x="30323" y="9208"/>
                    <a:pt x="2495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8"/>
            <p:cNvSpPr/>
            <p:nvPr/>
          </p:nvSpPr>
          <p:spPr>
            <a:xfrm>
              <a:off x="6198325" y="3040025"/>
              <a:ext cx="794775" cy="708875"/>
            </a:xfrm>
            <a:custGeom>
              <a:rect b="b" l="l" r="r" t="t"/>
              <a:pathLst>
                <a:path extrusionOk="0" h="28355" w="31791">
                  <a:moveTo>
                    <a:pt x="1" y="1"/>
                  </a:moveTo>
                  <a:cubicBezTo>
                    <a:pt x="5371" y="9208"/>
                    <a:pt x="6839" y="19148"/>
                    <a:pt x="4404" y="28355"/>
                  </a:cubicBezTo>
                  <a:lnTo>
                    <a:pt x="29355" y="28355"/>
                  </a:lnTo>
                  <a:cubicBezTo>
                    <a:pt x="31790" y="19148"/>
                    <a:pt x="30356" y="9208"/>
                    <a:pt x="2495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8"/>
            <p:cNvSpPr/>
            <p:nvPr/>
          </p:nvSpPr>
          <p:spPr>
            <a:xfrm>
              <a:off x="6199175" y="3040025"/>
              <a:ext cx="747225" cy="331100"/>
            </a:xfrm>
            <a:custGeom>
              <a:rect b="b" l="l" r="r" t="t"/>
              <a:pathLst>
                <a:path extrusionOk="0" h="13244" w="29889">
                  <a:moveTo>
                    <a:pt x="0" y="1"/>
                  </a:moveTo>
                  <a:cubicBezTo>
                    <a:pt x="2402" y="4104"/>
                    <a:pt x="4070" y="8574"/>
                    <a:pt x="4904" y="13244"/>
                  </a:cubicBezTo>
                  <a:lnTo>
                    <a:pt x="29888" y="13244"/>
                  </a:lnTo>
                  <a:cubicBezTo>
                    <a:pt x="29021" y="8574"/>
                    <a:pt x="27353" y="4104"/>
                    <a:pt x="2498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8"/>
            <p:cNvSpPr/>
            <p:nvPr/>
          </p:nvSpPr>
          <p:spPr>
            <a:xfrm>
              <a:off x="5287675" y="1581500"/>
              <a:ext cx="2670275" cy="1702075"/>
            </a:xfrm>
            <a:custGeom>
              <a:rect b="b" l="l" r="r" t="t"/>
              <a:pathLst>
                <a:path extrusionOk="0" h="68083" w="106811">
                  <a:moveTo>
                    <a:pt x="3003" y="0"/>
                  </a:moveTo>
                  <a:cubicBezTo>
                    <a:pt x="1335" y="0"/>
                    <a:pt x="1" y="1334"/>
                    <a:pt x="1" y="3002"/>
                  </a:cubicBezTo>
                  <a:lnTo>
                    <a:pt x="1" y="65113"/>
                  </a:lnTo>
                  <a:cubicBezTo>
                    <a:pt x="1" y="66748"/>
                    <a:pt x="1335" y="68082"/>
                    <a:pt x="3003" y="68082"/>
                  </a:cubicBezTo>
                  <a:lnTo>
                    <a:pt x="103808" y="68082"/>
                  </a:lnTo>
                  <a:cubicBezTo>
                    <a:pt x="105476" y="68082"/>
                    <a:pt x="106811" y="66748"/>
                    <a:pt x="106811" y="65113"/>
                  </a:cubicBezTo>
                  <a:lnTo>
                    <a:pt x="106811" y="3002"/>
                  </a:lnTo>
                  <a:cubicBezTo>
                    <a:pt x="106811" y="1334"/>
                    <a:pt x="105476" y="0"/>
                    <a:pt x="103808"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p:nvPr/>
          </p:nvSpPr>
          <p:spPr>
            <a:xfrm>
              <a:off x="5287675" y="1581500"/>
              <a:ext cx="2670275" cy="1702075"/>
            </a:xfrm>
            <a:custGeom>
              <a:rect b="b" l="l" r="r" t="t"/>
              <a:pathLst>
                <a:path extrusionOk="0" h="68083" w="106811">
                  <a:moveTo>
                    <a:pt x="3003" y="0"/>
                  </a:moveTo>
                  <a:cubicBezTo>
                    <a:pt x="1335" y="0"/>
                    <a:pt x="1" y="1334"/>
                    <a:pt x="1" y="3002"/>
                  </a:cubicBezTo>
                  <a:lnTo>
                    <a:pt x="1" y="65113"/>
                  </a:lnTo>
                  <a:cubicBezTo>
                    <a:pt x="1" y="66748"/>
                    <a:pt x="1335" y="68082"/>
                    <a:pt x="3003" y="68082"/>
                  </a:cubicBezTo>
                  <a:lnTo>
                    <a:pt x="103808" y="68082"/>
                  </a:lnTo>
                  <a:cubicBezTo>
                    <a:pt x="105476" y="68082"/>
                    <a:pt x="106811" y="66748"/>
                    <a:pt x="106811" y="65113"/>
                  </a:cubicBezTo>
                  <a:lnTo>
                    <a:pt x="106811" y="3002"/>
                  </a:lnTo>
                  <a:cubicBezTo>
                    <a:pt x="106811" y="1334"/>
                    <a:pt x="105476" y="0"/>
                    <a:pt x="103808"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p:nvPr/>
          </p:nvSpPr>
          <p:spPr>
            <a:xfrm>
              <a:off x="5251825" y="1581500"/>
              <a:ext cx="2670275" cy="1702075"/>
            </a:xfrm>
            <a:custGeom>
              <a:rect b="b" l="l" r="r" t="t"/>
              <a:pathLst>
                <a:path extrusionOk="0" h="68083" w="106811">
                  <a:moveTo>
                    <a:pt x="3003" y="0"/>
                  </a:moveTo>
                  <a:cubicBezTo>
                    <a:pt x="1335" y="0"/>
                    <a:pt x="1" y="1334"/>
                    <a:pt x="1" y="3002"/>
                  </a:cubicBezTo>
                  <a:lnTo>
                    <a:pt x="1" y="65113"/>
                  </a:lnTo>
                  <a:cubicBezTo>
                    <a:pt x="1" y="66748"/>
                    <a:pt x="1335" y="68082"/>
                    <a:pt x="3003" y="68082"/>
                  </a:cubicBezTo>
                  <a:lnTo>
                    <a:pt x="103841" y="68082"/>
                  </a:lnTo>
                  <a:cubicBezTo>
                    <a:pt x="105476" y="68082"/>
                    <a:pt x="106810" y="66748"/>
                    <a:pt x="106810" y="65113"/>
                  </a:cubicBezTo>
                  <a:lnTo>
                    <a:pt x="106810" y="3002"/>
                  </a:lnTo>
                  <a:cubicBezTo>
                    <a:pt x="106810" y="1334"/>
                    <a:pt x="105476" y="0"/>
                    <a:pt x="10384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8"/>
            <p:cNvSpPr/>
            <p:nvPr/>
          </p:nvSpPr>
          <p:spPr>
            <a:xfrm>
              <a:off x="5251825" y="1668225"/>
              <a:ext cx="2670275" cy="1371825"/>
            </a:xfrm>
            <a:custGeom>
              <a:rect b="b" l="l" r="r" t="t"/>
              <a:pathLst>
                <a:path extrusionOk="0" h="54873" w="106811">
                  <a:moveTo>
                    <a:pt x="1" y="0"/>
                  </a:moveTo>
                  <a:lnTo>
                    <a:pt x="1" y="54873"/>
                  </a:lnTo>
                  <a:lnTo>
                    <a:pt x="106810" y="54873"/>
                  </a:lnTo>
                  <a:lnTo>
                    <a:pt x="106810"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8"/>
            <p:cNvSpPr/>
            <p:nvPr/>
          </p:nvSpPr>
          <p:spPr>
            <a:xfrm>
              <a:off x="6518575" y="3114250"/>
              <a:ext cx="120100" cy="101950"/>
            </a:xfrm>
            <a:custGeom>
              <a:rect b="b" l="l" r="r" t="t"/>
              <a:pathLst>
                <a:path extrusionOk="0" h="4078" w="4804">
                  <a:moveTo>
                    <a:pt x="2735" y="1"/>
                  </a:moveTo>
                  <a:cubicBezTo>
                    <a:pt x="934" y="1"/>
                    <a:pt x="0" y="2202"/>
                    <a:pt x="1301" y="3470"/>
                  </a:cubicBezTo>
                  <a:cubicBezTo>
                    <a:pt x="1721" y="3890"/>
                    <a:pt x="2235" y="4077"/>
                    <a:pt x="2739" y="4077"/>
                  </a:cubicBezTo>
                  <a:cubicBezTo>
                    <a:pt x="3794" y="4077"/>
                    <a:pt x="4804" y="3255"/>
                    <a:pt x="4804" y="2036"/>
                  </a:cubicBezTo>
                  <a:cubicBezTo>
                    <a:pt x="4804" y="901"/>
                    <a:pt x="3870" y="1"/>
                    <a:pt x="273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8"/>
            <p:cNvSpPr/>
            <p:nvPr/>
          </p:nvSpPr>
          <p:spPr>
            <a:xfrm>
              <a:off x="6518575" y="3114250"/>
              <a:ext cx="120100" cy="101950"/>
            </a:xfrm>
            <a:custGeom>
              <a:rect b="b" l="l" r="r" t="t"/>
              <a:pathLst>
                <a:path extrusionOk="0" h="4078" w="4804">
                  <a:moveTo>
                    <a:pt x="2735" y="1"/>
                  </a:moveTo>
                  <a:cubicBezTo>
                    <a:pt x="934" y="1"/>
                    <a:pt x="0" y="2202"/>
                    <a:pt x="1301" y="3470"/>
                  </a:cubicBezTo>
                  <a:cubicBezTo>
                    <a:pt x="1721" y="3890"/>
                    <a:pt x="2235" y="4077"/>
                    <a:pt x="2739" y="4077"/>
                  </a:cubicBezTo>
                  <a:cubicBezTo>
                    <a:pt x="3794" y="4077"/>
                    <a:pt x="4804" y="3255"/>
                    <a:pt x="4804" y="2036"/>
                  </a:cubicBezTo>
                  <a:cubicBezTo>
                    <a:pt x="4804" y="901"/>
                    <a:pt x="3870" y="1"/>
                    <a:pt x="273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8"/>
            <p:cNvSpPr/>
            <p:nvPr/>
          </p:nvSpPr>
          <p:spPr>
            <a:xfrm>
              <a:off x="6054900" y="3699675"/>
              <a:ext cx="810600" cy="49225"/>
            </a:xfrm>
            <a:custGeom>
              <a:rect b="b" l="l" r="r" t="t"/>
              <a:pathLst>
                <a:path extrusionOk="0" h="1969" w="32424">
                  <a:moveTo>
                    <a:pt x="1969" y="1"/>
                  </a:moveTo>
                  <a:cubicBezTo>
                    <a:pt x="868" y="1"/>
                    <a:pt x="1" y="868"/>
                    <a:pt x="1" y="1969"/>
                  </a:cubicBezTo>
                  <a:lnTo>
                    <a:pt x="32424" y="1969"/>
                  </a:lnTo>
                  <a:cubicBezTo>
                    <a:pt x="32424" y="868"/>
                    <a:pt x="31523" y="1"/>
                    <a:pt x="30456"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8"/>
            <p:cNvSpPr/>
            <p:nvPr/>
          </p:nvSpPr>
          <p:spPr>
            <a:xfrm>
              <a:off x="6808775" y="3699675"/>
              <a:ext cx="226025" cy="49225"/>
            </a:xfrm>
            <a:custGeom>
              <a:rect b="b" l="l" r="r" t="t"/>
              <a:pathLst>
                <a:path extrusionOk="0" h="1969" w="9041">
                  <a:moveTo>
                    <a:pt x="1968" y="1"/>
                  </a:moveTo>
                  <a:cubicBezTo>
                    <a:pt x="901" y="1"/>
                    <a:pt x="0" y="868"/>
                    <a:pt x="0" y="1969"/>
                  </a:cubicBezTo>
                  <a:lnTo>
                    <a:pt x="9040" y="1969"/>
                  </a:lnTo>
                  <a:cubicBezTo>
                    <a:pt x="9040" y="868"/>
                    <a:pt x="8173" y="1"/>
                    <a:pt x="707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08" name="Google Shape;508;p38"/>
          <p:cNvPicPr preferRelativeResize="0"/>
          <p:nvPr/>
        </p:nvPicPr>
        <p:blipFill>
          <a:blip r:embed="rId7">
            <a:alphaModFix/>
          </a:blip>
          <a:stretch>
            <a:fillRect/>
          </a:stretch>
        </p:blipFill>
        <p:spPr>
          <a:xfrm>
            <a:off x="347575" y="1549198"/>
            <a:ext cx="4000373" cy="1900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9"/>
          <p:cNvSpPr/>
          <p:nvPr/>
        </p:nvSpPr>
        <p:spPr>
          <a:xfrm>
            <a:off x="4232925" y="1660550"/>
            <a:ext cx="2009400" cy="2724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9"/>
          <p:cNvSpPr/>
          <p:nvPr/>
        </p:nvSpPr>
        <p:spPr>
          <a:xfrm>
            <a:off x="4232925" y="2391563"/>
            <a:ext cx="3980700" cy="2724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9"/>
          <p:cNvSpPr txBox="1"/>
          <p:nvPr>
            <p:ph type="title"/>
          </p:nvPr>
        </p:nvSpPr>
        <p:spPr>
          <a:xfrm flipH="1">
            <a:off x="4232925" y="1443275"/>
            <a:ext cx="4376400" cy="98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More Examples</a:t>
            </a:r>
            <a:endParaRPr sz="5000"/>
          </a:p>
        </p:txBody>
      </p:sp>
      <p:grpSp>
        <p:nvGrpSpPr>
          <p:cNvPr id="516" name="Google Shape;516;p39"/>
          <p:cNvGrpSpPr/>
          <p:nvPr/>
        </p:nvGrpSpPr>
        <p:grpSpPr>
          <a:xfrm>
            <a:off x="719874" y="881551"/>
            <a:ext cx="3083924" cy="3380397"/>
            <a:chOff x="719878" y="1032266"/>
            <a:chExt cx="3083924" cy="3078966"/>
          </a:xfrm>
        </p:grpSpPr>
        <p:sp>
          <p:nvSpPr>
            <p:cNvPr id="517" name="Google Shape;517;p39"/>
            <p:cNvSpPr/>
            <p:nvPr/>
          </p:nvSpPr>
          <p:spPr>
            <a:xfrm flipH="1">
              <a:off x="719878" y="3834800"/>
              <a:ext cx="3083924" cy="276432"/>
            </a:xfrm>
            <a:custGeom>
              <a:rect b="b" l="l" r="r" t="t"/>
              <a:pathLst>
                <a:path extrusionOk="0" h="9441" w="161716">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203B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9"/>
            <p:cNvSpPr/>
            <p:nvPr/>
          </p:nvSpPr>
          <p:spPr>
            <a:xfrm flipH="1">
              <a:off x="2288267" y="3141187"/>
              <a:ext cx="355547" cy="788393"/>
            </a:xfrm>
            <a:custGeom>
              <a:rect b="b" l="l" r="r" t="t"/>
              <a:pathLst>
                <a:path extrusionOk="0" h="26926" w="12143">
                  <a:moveTo>
                    <a:pt x="5573" y="1"/>
                  </a:moveTo>
                  <a:cubicBezTo>
                    <a:pt x="4842" y="1"/>
                    <a:pt x="4119" y="410"/>
                    <a:pt x="3837" y="1374"/>
                  </a:cubicBezTo>
                  <a:cubicBezTo>
                    <a:pt x="3803" y="1441"/>
                    <a:pt x="1602" y="8112"/>
                    <a:pt x="201" y="12982"/>
                  </a:cubicBezTo>
                  <a:cubicBezTo>
                    <a:pt x="1" y="13616"/>
                    <a:pt x="167" y="14283"/>
                    <a:pt x="601" y="14750"/>
                  </a:cubicBezTo>
                  <a:cubicBezTo>
                    <a:pt x="4404" y="18886"/>
                    <a:pt x="6505" y="22689"/>
                    <a:pt x="8173" y="25925"/>
                  </a:cubicBezTo>
                  <a:cubicBezTo>
                    <a:pt x="8507" y="26525"/>
                    <a:pt x="9141" y="26926"/>
                    <a:pt x="9841" y="26926"/>
                  </a:cubicBezTo>
                  <a:cubicBezTo>
                    <a:pt x="11242" y="26926"/>
                    <a:pt x="12143" y="25458"/>
                    <a:pt x="11509" y="24190"/>
                  </a:cubicBezTo>
                  <a:cubicBezTo>
                    <a:pt x="9507" y="20154"/>
                    <a:pt x="7006" y="16418"/>
                    <a:pt x="4070" y="13016"/>
                  </a:cubicBezTo>
                  <a:cubicBezTo>
                    <a:pt x="5471" y="8346"/>
                    <a:pt x="7373" y="2608"/>
                    <a:pt x="7373" y="2541"/>
                  </a:cubicBezTo>
                  <a:cubicBezTo>
                    <a:pt x="7926" y="1044"/>
                    <a:pt x="6740" y="1"/>
                    <a:pt x="5573"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9"/>
            <p:cNvSpPr/>
            <p:nvPr/>
          </p:nvSpPr>
          <p:spPr>
            <a:xfrm flipH="1">
              <a:off x="2263848" y="3845547"/>
              <a:ext cx="424882" cy="127983"/>
            </a:xfrm>
            <a:custGeom>
              <a:rect b="b" l="l" r="r" t="t"/>
              <a:pathLst>
                <a:path extrusionOk="0" h="4371" w="14511">
                  <a:moveTo>
                    <a:pt x="7672" y="1"/>
                  </a:moveTo>
                  <a:lnTo>
                    <a:pt x="0" y="4371"/>
                  </a:lnTo>
                  <a:lnTo>
                    <a:pt x="14511" y="4371"/>
                  </a:lnTo>
                  <a:lnTo>
                    <a:pt x="14110" y="268"/>
                  </a:lnTo>
                  <a:lnTo>
                    <a:pt x="76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9"/>
            <p:cNvSpPr/>
            <p:nvPr/>
          </p:nvSpPr>
          <p:spPr>
            <a:xfrm flipH="1">
              <a:off x="1995262" y="2858548"/>
              <a:ext cx="800925" cy="620355"/>
            </a:xfrm>
            <a:custGeom>
              <a:rect b="b" l="l" r="r" t="t"/>
              <a:pathLst>
                <a:path extrusionOk="0" h="21187" w="27354">
                  <a:moveTo>
                    <a:pt x="14994" y="0"/>
                  </a:moveTo>
                  <a:cubicBezTo>
                    <a:pt x="13554" y="0"/>
                    <a:pt x="12061" y="221"/>
                    <a:pt x="10575" y="686"/>
                  </a:cubicBezTo>
                  <a:cubicBezTo>
                    <a:pt x="3970" y="2754"/>
                    <a:pt x="1" y="8859"/>
                    <a:pt x="1736" y="14329"/>
                  </a:cubicBezTo>
                  <a:cubicBezTo>
                    <a:pt x="3054" y="18569"/>
                    <a:pt x="7398" y="21186"/>
                    <a:pt x="12361" y="21186"/>
                  </a:cubicBezTo>
                  <a:cubicBezTo>
                    <a:pt x="13801" y="21186"/>
                    <a:pt x="15294" y="20966"/>
                    <a:pt x="16780" y="20500"/>
                  </a:cubicBezTo>
                  <a:cubicBezTo>
                    <a:pt x="23384" y="18432"/>
                    <a:pt x="27354" y="12328"/>
                    <a:pt x="25653" y="6857"/>
                  </a:cubicBezTo>
                  <a:cubicBezTo>
                    <a:pt x="24308" y="2617"/>
                    <a:pt x="19958" y="0"/>
                    <a:pt x="149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9"/>
            <p:cNvSpPr/>
            <p:nvPr/>
          </p:nvSpPr>
          <p:spPr>
            <a:xfrm flipH="1">
              <a:off x="2407407" y="2264281"/>
              <a:ext cx="1030451" cy="705209"/>
            </a:xfrm>
            <a:custGeom>
              <a:rect b="b" l="l" r="r" t="t"/>
              <a:pathLst>
                <a:path extrusionOk="0" h="24085" w="35193">
                  <a:moveTo>
                    <a:pt x="33324" y="0"/>
                  </a:moveTo>
                  <a:cubicBezTo>
                    <a:pt x="32290" y="0"/>
                    <a:pt x="31456" y="868"/>
                    <a:pt x="31456" y="1902"/>
                  </a:cubicBezTo>
                  <a:cubicBezTo>
                    <a:pt x="31456" y="2335"/>
                    <a:pt x="31323" y="12543"/>
                    <a:pt x="21582" y="18013"/>
                  </a:cubicBezTo>
                  <a:cubicBezTo>
                    <a:pt x="16504" y="16572"/>
                    <a:pt x="13208" y="16119"/>
                    <a:pt x="10859" y="16119"/>
                  </a:cubicBezTo>
                  <a:cubicBezTo>
                    <a:pt x="8642" y="16119"/>
                    <a:pt x="7269" y="16523"/>
                    <a:pt x="6038" y="16879"/>
                  </a:cubicBezTo>
                  <a:cubicBezTo>
                    <a:pt x="5571" y="17046"/>
                    <a:pt x="5104" y="17146"/>
                    <a:pt x="4670" y="17246"/>
                  </a:cubicBezTo>
                  <a:cubicBezTo>
                    <a:pt x="3836" y="17380"/>
                    <a:pt x="3203" y="18080"/>
                    <a:pt x="3136" y="18914"/>
                  </a:cubicBezTo>
                  <a:cubicBezTo>
                    <a:pt x="3002" y="19614"/>
                    <a:pt x="2535" y="20215"/>
                    <a:pt x="1868" y="20482"/>
                  </a:cubicBezTo>
                  <a:cubicBezTo>
                    <a:pt x="0" y="21282"/>
                    <a:pt x="534" y="24084"/>
                    <a:pt x="2602" y="24084"/>
                  </a:cubicBezTo>
                  <a:cubicBezTo>
                    <a:pt x="2836" y="24084"/>
                    <a:pt x="3103" y="24051"/>
                    <a:pt x="3336" y="23951"/>
                  </a:cubicBezTo>
                  <a:cubicBezTo>
                    <a:pt x="4804" y="23317"/>
                    <a:pt x="5971" y="22150"/>
                    <a:pt x="6505" y="20649"/>
                  </a:cubicBezTo>
                  <a:lnTo>
                    <a:pt x="7105" y="20482"/>
                  </a:lnTo>
                  <a:cubicBezTo>
                    <a:pt x="8063" y="20193"/>
                    <a:pt x="9139" y="19876"/>
                    <a:pt x="10920" y="19876"/>
                  </a:cubicBezTo>
                  <a:cubicBezTo>
                    <a:pt x="13047" y="19876"/>
                    <a:pt x="16178" y="20328"/>
                    <a:pt x="21316" y="21816"/>
                  </a:cubicBezTo>
                  <a:cubicBezTo>
                    <a:pt x="21469" y="21863"/>
                    <a:pt x="21631" y="21885"/>
                    <a:pt x="21796" y="21885"/>
                  </a:cubicBezTo>
                  <a:cubicBezTo>
                    <a:pt x="22095" y="21885"/>
                    <a:pt x="22403" y="21812"/>
                    <a:pt x="22683" y="21683"/>
                  </a:cubicBezTo>
                  <a:cubicBezTo>
                    <a:pt x="35125" y="15245"/>
                    <a:pt x="35192" y="2402"/>
                    <a:pt x="35192" y="1868"/>
                  </a:cubicBezTo>
                  <a:cubicBezTo>
                    <a:pt x="35159" y="834"/>
                    <a:pt x="34325" y="0"/>
                    <a:pt x="33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9"/>
            <p:cNvSpPr/>
            <p:nvPr/>
          </p:nvSpPr>
          <p:spPr>
            <a:xfrm flipH="1">
              <a:off x="1103540" y="1032266"/>
              <a:ext cx="1999326" cy="2401399"/>
            </a:xfrm>
            <a:custGeom>
              <a:rect b="b" l="l" r="r" t="t"/>
              <a:pathLst>
                <a:path extrusionOk="0" h="82015" w="68283">
                  <a:moveTo>
                    <a:pt x="32431" y="1"/>
                  </a:moveTo>
                  <a:cubicBezTo>
                    <a:pt x="31731" y="1"/>
                    <a:pt x="31017" y="27"/>
                    <a:pt x="30289" y="81"/>
                  </a:cubicBezTo>
                  <a:cubicBezTo>
                    <a:pt x="1" y="2282"/>
                    <a:pt x="9474" y="38675"/>
                    <a:pt x="13010" y="52785"/>
                  </a:cubicBezTo>
                  <a:cubicBezTo>
                    <a:pt x="15345" y="61992"/>
                    <a:pt x="15312" y="68963"/>
                    <a:pt x="14978" y="73000"/>
                  </a:cubicBezTo>
                  <a:cubicBezTo>
                    <a:pt x="14711" y="75735"/>
                    <a:pt x="16279" y="78337"/>
                    <a:pt x="18814" y="79337"/>
                  </a:cubicBezTo>
                  <a:cubicBezTo>
                    <a:pt x="23488" y="81187"/>
                    <a:pt x="29281" y="82015"/>
                    <a:pt x="35737" y="82015"/>
                  </a:cubicBezTo>
                  <a:cubicBezTo>
                    <a:pt x="42322" y="82015"/>
                    <a:pt x="49596" y="81154"/>
                    <a:pt x="57075" y="79638"/>
                  </a:cubicBezTo>
                  <a:cubicBezTo>
                    <a:pt x="63613" y="78337"/>
                    <a:pt x="68283" y="72566"/>
                    <a:pt x="68216" y="65895"/>
                  </a:cubicBezTo>
                  <a:cubicBezTo>
                    <a:pt x="68149" y="59490"/>
                    <a:pt x="67649" y="53085"/>
                    <a:pt x="66748" y="46781"/>
                  </a:cubicBezTo>
                  <a:cubicBezTo>
                    <a:pt x="64995" y="34607"/>
                    <a:pt x="57871" y="1"/>
                    <a:pt x="32431"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9"/>
            <p:cNvSpPr/>
            <p:nvPr/>
          </p:nvSpPr>
          <p:spPr>
            <a:xfrm flipH="1">
              <a:off x="1103540" y="1033672"/>
              <a:ext cx="1207214" cy="2390946"/>
            </a:xfrm>
            <a:custGeom>
              <a:rect b="b" l="l" r="r" t="t"/>
              <a:pathLst>
                <a:path extrusionOk="0" h="81658" w="41230">
                  <a:moveTo>
                    <a:pt x="7075" y="0"/>
                  </a:moveTo>
                  <a:cubicBezTo>
                    <a:pt x="4584" y="0"/>
                    <a:pt x="2260" y="1362"/>
                    <a:pt x="1035" y="3569"/>
                  </a:cubicBezTo>
                  <a:cubicBezTo>
                    <a:pt x="0" y="5603"/>
                    <a:pt x="34" y="8072"/>
                    <a:pt x="1602" y="10507"/>
                  </a:cubicBezTo>
                  <a:cubicBezTo>
                    <a:pt x="6772" y="18579"/>
                    <a:pt x="19147" y="46366"/>
                    <a:pt x="17279" y="61543"/>
                  </a:cubicBezTo>
                  <a:cubicBezTo>
                    <a:pt x="16446" y="68415"/>
                    <a:pt x="12109" y="73919"/>
                    <a:pt x="15878" y="81658"/>
                  </a:cubicBezTo>
                  <a:cubicBezTo>
                    <a:pt x="20615" y="81258"/>
                    <a:pt x="25352" y="80557"/>
                    <a:pt x="30022" y="79590"/>
                  </a:cubicBezTo>
                  <a:cubicBezTo>
                    <a:pt x="36560" y="78289"/>
                    <a:pt x="41230" y="72485"/>
                    <a:pt x="41163" y="65813"/>
                  </a:cubicBezTo>
                  <a:cubicBezTo>
                    <a:pt x="41096" y="59442"/>
                    <a:pt x="40629" y="53071"/>
                    <a:pt x="39729" y="46733"/>
                  </a:cubicBezTo>
                  <a:cubicBezTo>
                    <a:pt x="37994" y="34924"/>
                    <a:pt x="31289" y="2134"/>
                    <a:pt x="7739" y="33"/>
                  </a:cubicBezTo>
                  <a:cubicBezTo>
                    <a:pt x="7517" y="11"/>
                    <a:pt x="7295" y="0"/>
                    <a:pt x="7075"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p:nvPr/>
          </p:nvSpPr>
          <p:spPr>
            <a:xfrm flipH="1">
              <a:off x="1261740" y="1056656"/>
              <a:ext cx="1087108" cy="1909905"/>
            </a:xfrm>
            <a:custGeom>
              <a:rect b="b" l="l" r="r" t="t"/>
              <a:pathLst>
                <a:path extrusionOk="0" h="65229" w="37128">
                  <a:moveTo>
                    <a:pt x="2397" y="0"/>
                  </a:moveTo>
                  <a:cubicBezTo>
                    <a:pt x="1675" y="0"/>
                    <a:pt x="943" y="27"/>
                    <a:pt x="201" y="82"/>
                  </a:cubicBezTo>
                  <a:cubicBezTo>
                    <a:pt x="101" y="115"/>
                    <a:pt x="1" y="182"/>
                    <a:pt x="34" y="282"/>
                  </a:cubicBezTo>
                  <a:cubicBezTo>
                    <a:pt x="34" y="382"/>
                    <a:pt x="101" y="482"/>
                    <a:pt x="234" y="482"/>
                  </a:cubicBezTo>
                  <a:cubicBezTo>
                    <a:pt x="971" y="427"/>
                    <a:pt x="1699" y="400"/>
                    <a:pt x="2416" y="400"/>
                  </a:cubicBezTo>
                  <a:cubicBezTo>
                    <a:pt x="19607" y="400"/>
                    <a:pt x="30970" y="16105"/>
                    <a:pt x="35292" y="45981"/>
                  </a:cubicBezTo>
                  <a:cubicBezTo>
                    <a:pt x="36193" y="52286"/>
                    <a:pt x="36693" y="58657"/>
                    <a:pt x="36760" y="65062"/>
                  </a:cubicBezTo>
                  <a:cubicBezTo>
                    <a:pt x="36760" y="65157"/>
                    <a:pt x="36821" y="65222"/>
                    <a:pt x="36941" y="65228"/>
                  </a:cubicBezTo>
                  <a:lnTo>
                    <a:pt x="36941" y="65228"/>
                  </a:lnTo>
                  <a:cubicBezTo>
                    <a:pt x="37036" y="65222"/>
                    <a:pt x="37127" y="65157"/>
                    <a:pt x="37127" y="65062"/>
                  </a:cubicBezTo>
                  <a:cubicBezTo>
                    <a:pt x="37027" y="58657"/>
                    <a:pt x="36527" y="52252"/>
                    <a:pt x="35626" y="45914"/>
                  </a:cubicBezTo>
                  <a:cubicBezTo>
                    <a:pt x="31302" y="15807"/>
                    <a:pt x="19812" y="0"/>
                    <a:pt x="2397" y="0"/>
                  </a:cubicBezTo>
                  <a:close/>
                  <a:moveTo>
                    <a:pt x="36941" y="65228"/>
                  </a:moveTo>
                  <a:cubicBezTo>
                    <a:pt x="36937" y="65228"/>
                    <a:pt x="36932" y="65228"/>
                    <a:pt x="36927" y="65228"/>
                  </a:cubicBezTo>
                  <a:lnTo>
                    <a:pt x="36960" y="65228"/>
                  </a:lnTo>
                  <a:cubicBezTo>
                    <a:pt x="36954" y="65228"/>
                    <a:pt x="36948" y="65228"/>
                    <a:pt x="36941" y="65228"/>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p:nvPr/>
          </p:nvSpPr>
          <p:spPr>
            <a:xfrm flipH="1">
              <a:off x="965807" y="2887857"/>
              <a:ext cx="800925" cy="620326"/>
            </a:xfrm>
            <a:custGeom>
              <a:rect b="b" l="l" r="r" t="t"/>
              <a:pathLst>
                <a:path extrusionOk="0" h="21186" w="27354">
                  <a:moveTo>
                    <a:pt x="14994" y="0"/>
                  </a:moveTo>
                  <a:cubicBezTo>
                    <a:pt x="13553" y="0"/>
                    <a:pt x="12060" y="221"/>
                    <a:pt x="10575" y="686"/>
                  </a:cubicBezTo>
                  <a:cubicBezTo>
                    <a:pt x="3970" y="2754"/>
                    <a:pt x="0" y="8858"/>
                    <a:pt x="1735" y="14329"/>
                  </a:cubicBezTo>
                  <a:cubicBezTo>
                    <a:pt x="3053" y="18569"/>
                    <a:pt x="7398" y="21186"/>
                    <a:pt x="12360" y="21186"/>
                  </a:cubicBezTo>
                  <a:cubicBezTo>
                    <a:pt x="13801" y="21186"/>
                    <a:pt x="15293" y="20965"/>
                    <a:pt x="16779" y="20500"/>
                  </a:cubicBezTo>
                  <a:cubicBezTo>
                    <a:pt x="23384" y="18432"/>
                    <a:pt x="27353" y="12328"/>
                    <a:pt x="25652" y="6857"/>
                  </a:cubicBezTo>
                  <a:cubicBezTo>
                    <a:pt x="24308" y="2617"/>
                    <a:pt x="19958" y="0"/>
                    <a:pt x="149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9"/>
            <p:cNvSpPr/>
            <p:nvPr/>
          </p:nvSpPr>
          <p:spPr>
            <a:xfrm flipH="1">
              <a:off x="1174836" y="3143442"/>
              <a:ext cx="355547" cy="786139"/>
            </a:xfrm>
            <a:custGeom>
              <a:rect b="b" l="l" r="r" t="t"/>
              <a:pathLst>
                <a:path extrusionOk="0" h="26849" w="12143">
                  <a:moveTo>
                    <a:pt x="5551" y="0"/>
                  </a:moveTo>
                  <a:cubicBezTo>
                    <a:pt x="4837" y="0"/>
                    <a:pt x="4131" y="389"/>
                    <a:pt x="3837" y="1297"/>
                  </a:cubicBezTo>
                  <a:cubicBezTo>
                    <a:pt x="3804" y="1364"/>
                    <a:pt x="1602" y="8035"/>
                    <a:pt x="201" y="12905"/>
                  </a:cubicBezTo>
                  <a:cubicBezTo>
                    <a:pt x="1" y="13539"/>
                    <a:pt x="168" y="14206"/>
                    <a:pt x="601" y="14673"/>
                  </a:cubicBezTo>
                  <a:cubicBezTo>
                    <a:pt x="4404" y="18809"/>
                    <a:pt x="6505" y="22612"/>
                    <a:pt x="8173" y="25848"/>
                  </a:cubicBezTo>
                  <a:cubicBezTo>
                    <a:pt x="8507" y="26448"/>
                    <a:pt x="9141" y="26849"/>
                    <a:pt x="9841" y="26849"/>
                  </a:cubicBezTo>
                  <a:cubicBezTo>
                    <a:pt x="11242" y="26849"/>
                    <a:pt x="12143" y="25381"/>
                    <a:pt x="11509" y="24113"/>
                  </a:cubicBezTo>
                  <a:cubicBezTo>
                    <a:pt x="9508" y="20077"/>
                    <a:pt x="7006" y="16341"/>
                    <a:pt x="4070" y="12939"/>
                  </a:cubicBezTo>
                  <a:cubicBezTo>
                    <a:pt x="5471" y="8269"/>
                    <a:pt x="7373" y="2531"/>
                    <a:pt x="7373" y="2464"/>
                  </a:cubicBezTo>
                  <a:cubicBezTo>
                    <a:pt x="7866" y="1004"/>
                    <a:pt x="6699" y="0"/>
                    <a:pt x="5551"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9"/>
            <p:cNvSpPr/>
            <p:nvPr/>
          </p:nvSpPr>
          <p:spPr>
            <a:xfrm flipH="1">
              <a:off x="1150417" y="3845547"/>
              <a:ext cx="424882" cy="127983"/>
            </a:xfrm>
            <a:custGeom>
              <a:rect b="b" l="l" r="r" t="t"/>
              <a:pathLst>
                <a:path extrusionOk="0" h="4371" w="14511">
                  <a:moveTo>
                    <a:pt x="7673" y="1"/>
                  </a:moveTo>
                  <a:lnTo>
                    <a:pt x="0" y="4371"/>
                  </a:lnTo>
                  <a:lnTo>
                    <a:pt x="14511" y="4371"/>
                  </a:lnTo>
                  <a:lnTo>
                    <a:pt x="14110" y="268"/>
                  </a:lnTo>
                  <a:lnTo>
                    <a:pt x="76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9"/>
            <p:cNvSpPr/>
            <p:nvPr/>
          </p:nvSpPr>
          <p:spPr>
            <a:xfrm flipH="1">
              <a:off x="1759880" y="1812666"/>
              <a:ext cx="607531" cy="526249"/>
            </a:xfrm>
            <a:custGeom>
              <a:rect b="b" l="l" r="r" t="t"/>
              <a:pathLst>
                <a:path extrusionOk="0" h="17973" w="20749">
                  <a:moveTo>
                    <a:pt x="10586" y="1"/>
                  </a:moveTo>
                  <a:cubicBezTo>
                    <a:pt x="10252" y="1"/>
                    <a:pt x="9914" y="16"/>
                    <a:pt x="9574" y="47"/>
                  </a:cubicBezTo>
                  <a:cubicBezTo>
                    <a:pt x="4104" y="547"/>
                    <a:pt x="1" y="4917"/>
                    <a:pt x="434" y="9854"/>
                  </a:cubicBezTo>
                  <a:cubicBezTo>
                    <a:pt x="872" y="14515"/>
                    <a:pt x="5094" y="17973"/>
                    <a:pt x="10157" y="17973"/>
                  </a:cubicBezTo>
                  <a:cubicBezTo>
                    <a:pt x="10493" y="17973"/>
                    <a:pt x="10833" y="17957"/>
                    <a:pt x="11175" y="17926"/>
                  </a:cubicBezTo>
                  <a:cubicBezTo>
                    <a:pt x="16646" y="17459"/>
                    <a:pt x="20749" y="13056"/>
                    <a:pt x="20315" y="8119"/>
                  </a:cubicBezTo>
                  <a:cubicBezTo>
                    <a:pt x="19908" y="3487"/>
                    <a:pt x="15655" y="1"/>
                    <a:pt x="1058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9"/>
            <p:cNvSpPr/>
            <p:nvPr/>
          </p:nvSpPr>
          <p:spPr>
            <a:xfrm flipH="1">
              <a:off x="2035288" y="1959886"/>
              <a:ext cx="198313" cy="284572"/>
            </a:xfrm>
            <a:custGeom>
              <a:rect b="b" l="l" r="r" t="t"/>
              <a:pathLst>
                <a:path extrusionOk="0" h="9719" w="6773">
                  <a:moveTo>
                    <a:pt x="2422" y="0"/>
                  </a:moveTo>
                  <a:cubicBezTo>
                    <a:pt x="2280" y="0"/>
                    <a:pt x="2140" y="18"/>
                    <a:pt x="2002" y="56"/>
                  </a:cubicBezTo>
                  <a:cubicBezTo>
                    <a:pt x="568" y="456"/>
                    <a:pt x="1" y="2958"/>
                    <a:pt x="735" y="5593"/>
                  </a:cubicBezTo>
                  <a:cubicBezTo>
                    <a:pt x="1430" y="8012"/>
                    <a:pt x="2948" y="9718"/>
                    <a:pt x="4319" y="9718"/>
                  </a:cubicBezTo>
                  <a:cubicBezTo>
                    <a:pt x="4460" y="9718"/>
                    <a:pt x="4600" y="9700"/>
                    <a:pt x="4737" y="9663"/>
                  </a:cubicBezTo>
                  <a:cubicBezTo>
                    <a:pt x="6205" y="9229"/>
                    <a:pt x="6772" y="6761"/>
                    <a:pt x="6005" y="4092"/>
                  </a:cubicBezTo>
                  <a:cubicBezTo>
                    <a:pt x="5340" y="1703"/>
                    <a:pt x="3798" y="0"/>
                    <a:pt x="24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9"/>
            <p:cNvSpPr/>
            <p:nvPr/>
          </p:nvSpPr>
          <p:spPr>
            <a:xfrm flipH="1">
              <a:off x="1786232" y="1745790"/>
              <a:ext cx="643692" cy="379820"/>
            </a:xfrm>
            <a:custGeom>
              <a:rect b="b" l="l" r="r" t="t"/>
              <a:pathLst>
                <a:path extrusionOk="0" h="12972" w="21984">
                  <a:moveTo>
                    <a:pt x="10141" y="1"/>
                  </a:moveTo>
                  <a:cubicBezTo>
                    <a:pt x="8797" y="1"/>
                    <a:pt x="7434" y="207"/>
                    <a:pt x="6105" y="663"/>
                  </a:cubicBezTo>
                  <a:cubicBezTo>
                    <a:pt x="1" y="2731"/>
                    <a:pt x="1168" y="12972"/>
                    <a:pt x="1168" y="12972"/>
                  </a:cubicBezTo>
                  <a:cubicBezTo>
                    <a:pt x="7473" y="12171"/>
                    <a:pt x="19948" y="8602"/>
                    <a:pt x="21983" y="7168"/>
                  </a:cubicBezTo>
                  <a:cubicBezTo>
                    <a:pt x="20699" y="3370"/>
                    <a:pt x="15577" y="1"/>
                    <a:pt x="10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9"/>
            <p:cNvSpPr/>
            <p:nvPr/>
          </p:nvSpPr>
          <p:spPr>
            <a:xfrm flipH="1">
              <a:off x="1748139" y="2051357"/>
              <a:ext cx="611454" cy="356748"/>
            </a:xfrm>
            <a:custGeom>
              <a:rect b="b" l="l" r="r" t="t"/>
              <a:pathLst>
                <a:path extrusionOk="0" h="12184" w="20883">
                  <a:moveTo>
                    <a:pt x="20882" y="1"/>
                  </a:moveTo>
                  <a:lnTo>
                    <a:pt x="20882" y="1"/>
                  </a:lnTo>
                  <a:cubicBezTo>
                    <a:pt x="17980" y="1602"/>
                    <a:pt x="7806" y="4104"/>
                    <a:pt x="1" y="5571"/>
                  </a:cubicBezTo>
                  <a:cubicBezTo>
                    <a:pt x="1" y="5571"/>
                    <a:pt x="3951" y="12184"/>
                    <a:pt x="9644" y="12184"/>
                  </a:cubicBezTo>
                  <a:cubicBezTo>
                    <a:pt x="10163" y="12184"/>
                    <a:pt x="10696" y="12129"/>
                    <a:pt x="11242" y="12009"/>
                  </a:cubicBezTo>
                  <a:cubicBezTo>
                    <a:pt x="19214" y="10275"/>
                    <a:pt x="20682" y="5104"/>
                    <a:pt x="20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9"/>
            <p:cNvSpPr/>
            <p:nvPr/>
          </p:nvSpPr>
          <p:spPr>
            <a:xfrm flipH="1">
              <a:off x="2455280" y="1953854"/>
              <a:ext cx="437590" cy="428484"/>
            </a:xfrm>
            <a:custGeom>
              <a:rect b="b" l="l" r="r" t="t"/>
              <a:pathLst>
                <a:path extrusionOk="0" h="14634" w="14945">
                  <a:moveTo>
                    <a:pt x="6033" y="0"/>
                  </a:moveTo>
                  <a:cubicBezTo>
                    <a:pt x="5019" y="0"/>
                    <a:pt x="4046" y="267"/>
                    <a:pt x="3203" y="829"/>
                  </a:cubicBezTo>
                  <a:cubicBezTo>
                    <a:pt x="368" y="2697"/>
                    <a:pt x="1" y="7133"/>
                    <a:pt x="2369" y="10703"/>
                  </a:cubicBezTo>
                  <a:cubicBezTo>
                    <a:pt x="4025" y="13198"/>
                    <a:pt x="6577" y="14633"/>
                    <a:pt x="8931" y="14633"/>
                  </a:cubicBezTo>
                  <a:cubicBezTo>
                    <a:pt x="9945" y="14633"/>
                    <a:pt x="10922" y="14367"/>
                    <a:pt x="11776" y="13805"/>
                  </a:cubicBezTo>
                  <a:cubicBezTo>
                    <a:pt x="14578" y="11937"/>
                    <a:pt x="14945" y="7500"/>
                    <a:pt x="12610" y="3931"/>
                  </a:cubicBezTo>
                  <a:cubicBezTo>
                    <a:pt x="10954" y="1436"/>
                    <a:pt x="8386" y="0"/>
                    <a:pt x="603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9"/>
            <p:cNvSpPr/>
            <p:nvPr/>
          </p:nvSpPr>
          <p:spPr>
            <a:xfrm flipH="1">
              <a:off x="2656463" y="2057154"/>
              <a:ext cx="130911" cy="237490"/>
            </a:xfrm>
            <a:custGeom>
              <a:rect b="b" l="l" r="r" t="t"/>
              <a:pathLst>
                <a:path extrusionOk="0" h="8111" w="4471">
                  <a:moveTo>
                    <a:pt x="1423" y="1"/>
                  </a:moveTo>
                  <a:cubicBezTo>
                    <a:pt x="1405" y="1"/>
                    <a:pt x="1386" y="2"/>
                    <a:pt x="1368" y="3"/>
                  </a:cubicBezTo>
                  <a:cubicBezTo>
                    <a:pt x="400" y="69"/>
                    <a:pt x="0" y="1937"/>
                    <a:pt x="467" y="4172"/>
                  </a:cubicBezTo>
                  <a:cubicBezTo>
                    <a:pt x="926" y="6366"/>
                    <a:pt x="2059" y="8110"/>
                    <a:pt x="3047" y="8110"/>
                  </a:cubicBezTo>
                  <a:cubicBezTo>
                    <a:pt x="3066" y="8110"/>
                    <a:pt x="3084" y="8110"/>
                    <a:pt x="3102" y="8109"/>
                  </a:cubicBezTo>
                  <a:cubicBezTo>
                    <a:pt x="4070" y="8008"/>
                    <a:pt x="4470" y="6174"/>
                    <a:pt x="4003" y="3939"/>
                  </a:cubicBezTo>
                  <a:cubicBezTo>
                    <a:pt x="3545" y="1745"/>
                    <a:pt x="2411" y="1"/>
                    <a:pt x="14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9"/>
            <p:cNvSpPr/>
            <p:nvPr/>
          </p:nvSpPr>
          <p:spPr>
            <a:xfrm flipH="1">
              <a:off x="2453809" y="1887039"/>
              <a:ext cx="429772" cy="265950"/>
            </a:xfrm>
            <a:custGeom>
              <a:rect b="b" l="l" r="r" t="t"/>
              <a:pathLst>
                <a:path extrusionOk="0" h="9083" w="14678">
                  <a:moveTo>
                    <a:pt x="4919" y="1"/>
                  </a:moveTo>
                  <a:cubicBezTo>
                    <a:pt x="4646" y="1"/>
                    <a:pt x="4374" y="18"/>
                    <a:pt x="4103" y="54"/>
                  </a:cubicBezTo>
                  <a:cubicBezTo>
                    <a:pt x="0" y="554"/>
                    <a:pt x="667" y="8894"/>
                    <a:pt x="667" y="8894"/>
                  </a:cubicBezTo>
                  <a:cubicBezTo>
                    <a:pt x="1779" y="9025"/>
                    <a:pt x="3174" y="9083"/>
                    <a:pt x="4655" y="9083"/>
                  </a:cubicBezTo>
                  <a:cubicBezTo>
                    <a:pt x="8817" y="9083"/>
                    <a:pt x="13644" y="8626"/>
                    <a:pt x="14677" y="8060"/>
                  </a:cubicBezTo>
                  <a:cubicBezTo>
                    <a:pt x="13705" y="4296"/>
                    <a:pt x="9223" y="1"/>
                    <a:pt x="4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9"/>
            <p:cNvSpPr/>
            <p:nvPr/>
          </p:nvSpPr>
          <p:spPr>
            <a:xfrm flipH="1">
              <a:off x="2463098" y="2205691"/>
              <a:ext cx="411208" cy="227593"/>
            </a:xfrm>
            <a:custGeom>
              <a:rect b="b" l="l" r="r" t="t"/>
              <a:pathLst>
                <a:path extrusionOk="0" h="7773" w="14044">
                  <a:moveTo>
                    <a:pt x="14044" y="0"/>
                  </a:moveTo>
                  <a:lnTo>
                    <a:pt x="14044" y="0"/>
                  </a:lnTo>
                  <a:cubicBezTo>
                    <a:pt x="12672" y="520"/>
                    <a:pt x="8838" y="739"/>
                    <a:pt x="4844" y="739"/>
                  </a:cubicBezTo>
                  <a:cubicBezTo>
                    <a:pt x="3203" y="739"/>
                    <a:pt x="1535" y="702"/>
                    <a:pt x="0" y="634"/>
                  </a:cubicBezTo>
                  <a:lnTo>
                    <a:pt x="0" y="634"/>
                  </a:lnTo>
                  <a:cubicBezTo>
                    <a:pt x="0" y="634"/>
                    <a:pt x="3103" y="7706"/>
                    <a:pt x="7472" y="7772"/>
                  </a:cubicBezTo>
                  <a:cubicBezTo>
                    <a:pt x="7496" y="7772"/>
                    <a:pt x="7519" y="7772"/>
                    <a:pt x="7542" y="7772"/>
                  </a:cubicBezTo>
                  <a:cubicBezTo>
                    <a:pt x="12852" y="7772"/>
                    <a:pt x="13878" y="3985"/>
                    <a:pt x="140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9"/>
            <p:cNvSpPr/>
            <p:nvPr/>
          </p:nvSpPr>
          <p:spPr>
            <a:xfrm flipH="1" rot="-9808477">
              <a:off x="1792128" y="1470847"/>
              <a:ext cx="633729" cy="221245"/>
            </a:xfrm>
            <a:custGeom>
              <a:rect b="b" l="l" r="r" t="t"/>
              <a:pathLst>
                <a:path extrusionOk="0" h="7483" w="21823">
                  <a:moveTo>
                    <a:pt x="2744" y="1"/>
                  </a:moveTo>
                  <a:cubicBezTo>
                    <a:pt x="1176" y="1"/>
                    <a:pt x="1" y="2198"/>
                    <a:pt x="1620" y="3412"/>
                  </a:cubicBezTo>
                  <a:cubicBezTo>
                    <a:pt x="5511" y="6050"/>
                    <a:pt x="10120" y="7482"/>
                    <a:pt x="14833" y="7482"/>
                  </a:cubicBezTo>
                  <a:cubicBezTo>
                    <a:pt x="14887" y="7482"/>
                    <a:pt x="14942" y="7482"/>
                    <a:pt x="14996" y="7482"/>
                  </a:cubicBezTo>
                  <a:cubicBezTo>
                    <a:pt x="16530" y="7482"/>
                    <a:pt x="18031" y="7348"/>
                    <a:pt x="19533" y="7048"/>
                  </a:cubicBezTo>
                  <a:cubicBezTo>
                    <a:pt x="21822" y="6609"/>
                    <a:pt x="21339" y="3338"/>
                    <a:pt x="19249" y="3338"/>
                  </a:cubicBezTo>
                  <a:cubicBezTo>
                    <a:pt x="19116" y="3338"/>
                    <a:pt x="18977" y="3351"/>
                    <a:pt x="18832" y="3379"/>
                  </a:cubicBezTo>
                  <a:cubicBezTo>
                    <a:pt x="17564" y="3615"/>
                    <a:pt x="16288" y="3731"/>
                    <a:pt x="15020" y="3731"/>
                  </a:cubicBezTo>
                  <a:cubicBezTo>
                    <a:pt x="11083" y="3731"/>
                    <a:pt x="7218" y="2605"/>
                    <a:pt x="3888" y="410"/>
                  </a:cubicBezTo>
                  <a:cubicBezTo>
                    <a:pt x="3506" y="123"/>
                    <a:pt x="3114" y="1"/>
                    <a:pt x="27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9"/>
            <p:cNvSpPr/>
            <p:nvPr/>
          </p:nvSpPr>
          <p:spPr>
            <a:xfrm flipH="1">
              <a:off x="2559042" y="1593127"/>
              <a:ext cx="458993" cy="241209"/>
            </a:xfrm>
            <a:custGeom>
              <a:rect b="b" l="l" r="r" t="t"/>
              <a:pathLst>
                <a:path extrusionOk="0" h="8238" w="15676">
                  <a:moveTo>
                    <a:pt x="7800" y="0"/>
                  </a:moveTo>
                  <a:cubicBezTo>
                    <a:pt x="6982" y="0"/>
                    <a:pt x="6138" y="114"/>
                    <a:pt x="5304" y="399"/>
                  </a:cubicBezTo>
                  <a:cubicBezTo>
                    <a:pt x="3069" y="1166"/>
                    <a:pt x="1402" y="2967"/>
                    <a:pt x="434" y="5736"/>
                  </a:cubicBezTo>
                  <a:cubicBezTo>
                    <a:pt x="1" y="6937"/>
                    <a:pt x="901" y="8204"/>
                    <a:pt x="2202" y="8237"/>
                  </a:cubicBezTo>
                  <a:cubicBezTo>
                    <a:pt x="2969" y="8237"/>
                    <a:pt x="3670" y="7737"/>
                    <a:pt x="3937" y="7003"/>
                  </a:cubicBezTo>
                  <a:cubicBezTo>
                    <a:pt x="4537" y="5335"/>
                    <a:pt x="5371" y="4335"/>
                    <a:pt x="6505" y="3934"/>
                  </a:cubicBezTo>
                  <a:cubicBezTo>
                    <a:pt x="6921" y="3796"/>
                    <a:pt x="7365" y="3738"/>
                    <a:pt x="7814" y="3738"/>
                  </a:cubicBezTo>
                  <a:cubicBezTo>
                    <a:pt x="9524" y="3738"/>
                    <a:pt x="11315" y="4579"/>
                    <a:pt x="11976" y="5002"/>
                  </a:cubicBezTo>
                  <a:cubicBezTo>
                    <a:pt x="12323" y="5211"/>
                    <a:pt x="12665" y="5302"/>
                    <a:pt x="12986" y="5302"/>
                  </a:cubicBezTo>
                  <a:cubicBezTo>
                    <a:pt x="14608" y="5302"/>
                    <a:pt x="15676" y="2975"/>
                    <a:pt x="13977" y="1833"/>
                  </a:cubicBezTo>
                  <a:cubicBezTo>
                    <a:pt x="13818" y="1753"/>
                    <a:pt x="11010" y="0"/>
                    <a:pt x="78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9"/>
            <p:cNvSpPr/>
            <p:nvPr/>
          </p:nvSpPr>
          <p:spPr>
            <a:xfrm flipH="1" rot="10528906">
              <a:off x="2170278" y="2482635"/>
              <a:ext cx="450874" cy="137749"/>
            </a:xfrm>
            <a:custGeom>
              <a:rect b="b" l="l" r="r" t="t"/>
              <a:pathLst>
                <a:path extrusionOk="0" h="3453" w="12143">
                  <a:moveTo>
                    <a:pt x="5228" y="0"/>
                  </a:moveTo>
                  <a:cubicBezTo>
                    <a:pt x="3956" y="0"/>
                    <a:pt x="2867" y="227"/>
                    <a:pt x="1968" y="684"/>
                  </a:cubicBezTo>
                  <a:cubicBezTo>
                    <a:pt x="1101" y="1084"/>
                    <a:pt x="400" y="1818"/>
                    <a:pt x="67" y="2719"/>
                  </a:cubicBezTo>
                  <a:cubicBezTo>
                    <a:pt x="0" y="3019"/>
                    <a:pt x="167" y="3319"/>
                    <a:pt x="467" y="3419"/>
                  </a:cubicBezTo>
                  <a:cubicBezTo>
                    <a:pt x="501" y="3419"/>
                    <a:pt x="567" y="3452"/>
                    <a:pt x="601" y="3452"/>
                  </a:cubicBezTo>
                  <a:cubicBezTo>
                    <a:pt x="867" y="3452"/>
                    <a:pt x="1101" y="3286"/>
                    <a:pt x="1168" y="3052"/>
                  </a:cubicBezTo>
                  <a:cubicBezTo>
                    <a:pt x="1435" y="2418"/>
                    <a:pt x="1935" y="1918"/>
                    <a:pt x="2569" y="1651"/>
                  </a:cubicBezTo>
                  <a:cubicBezTo>
                    <a:pt x="3138" y="1359"/>
                    <a:pt x="3991" y="1116"/>
                    <a:pt x="5228" y="1116"/>
                  </a:cubicBezTo>
                  <a:cubicBezTo>
                    <a:pt x="6675" y="1116"/>
                    <a:pt x="8648" y="1448"/>
                    <a:pt x="11308" y="2418"/>
                  </a:cubicBezTo>
                  <a:cubicBezTo>
                    <a:pt x="11375" y="2440"/>
                    <a:pt x="11443" y="2451"/>
                    <a:pt x="11510" y="2451"/>
                  </a:cubicBezTo>
                  <a:cubicBezTo>
                    <a:pt x="11745" y="2451"/>
                    <a:pt x="11964" y="2319"/>
                    <a:pt x="12042" y="2085"/>
                  </a:cubicBezTo>
                  <a:cubicBezTo>
                    <a:pt x="12142" y="1785"/>
                    <a:pt x="11975" y="1451"/>
                    <a:pt x="11709" y="1351"/>
                  </a:cubicBezTo>
                  <a:cubicBezTo>
                    <a:pt x="9190" y="453"/>
                    <a:pt x="7025" y="0"/>
                    <a:pt x="52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9"/>
            <p:cNvSpPr/>
            <p:nvPr/>
          </p:nvSpPr>
          <p:spPr>
            <a:xfrm flipH="1">
              <a:off x="3299130" y="2735747"/>
              <a:ext cx="148508" cy="233742"/>
            </a:xfrm>
            <a:custGeom>
              <a:rect b="b" l="l" r="r" t="t"/>
              <a:pathLst>
                <a:path extrusionOk="0" h="7983" w="5072">
                  <a:moveTo>
                    <a:pt x="2755" y="0"/>
                  </a:moveTo>
                  <a:cubicBezTo>
                    <a:pt x="2043" y="0"/>
                    <a:pt x="1336" y="387"/>
                    <a:pt x="1035" y="1278"/>
                  </a:cubicBezTo>
                  <a:cubicBezTo>
                    <a:pt x="835" y="1911"/>
                    <a:pt x="1" y="5080"/>
                    <a:pt x="1368" y="7148"/>
                  </a:cubicBezTo>
                  <a:cubicBezTo>
                    <a:pt x="1702" y="7682"/>
                    <a:pt x="2302" y="7982"/>
                    <a:pt x="2936" y="7982"/>
                  </a:cubicBezTo>
                  <a:cubicBezTo>
                    <a:pt x="3303" y="7982"/>
                    <a:pt x="3637" y="7882"/>
                    <a:pt x="3937" y="7682"/>
                  </a:cubicBezTo>
                  <a:cubicBezTo>
                    <a:pt x="4804" y="7115"/>
                    <a:pt x="5071" y="5981"/>
                    <a:pt x="4504" y="5114"/>
                  </a:cubicBezTo>
                  <a:cubicBezTo>
                    <a:pt x="4237" y="4747"/>
                    <a:pt x="4304" y="3412"/>
                    <a:pt x="4604" y="2345"/>
                  </a:cubicBezTo>
                  <a:cubicBezTo>
                    <a:pt x="4969" y="927"/>
                    <a:pt x="3856" y="0"/>
                    <a:pt x="27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0" name="Google Shape;540;p39"/>
          <p:cNvSpPr/>
          <p:nvPr/>
        </p:nvSpPr>
        <p:spPr>
          <a:xfrm flipH="1">
            <a:off x="1287303" y="2140630"/>
            <a:ext cx="1030451" cy="774273"/>
          </a:xfrm>
          <a:custGeom>
            <a:rect b="b" l="l" r="r" t="t"/>
            <a:pathLst>
              <a:path extrusionOk="0" h="24085" w="35193">
                <a:moveTo>
                  <a:pt x="33324" y="0"/>
                </a:moveTo>
                <a:cubicBezTo>
                  <a:pt x="32290" y="0"/>
                  <a:pt x="31456" y="868"/>
                  <a:pt x="31456" y="1902"/>
                </a:cubicBezTo>
                <a:cubicBezTo>
                  <a:pt x="31456" y="2335"/>
                  <a:pt x="31323" y="12543"/>
                  <a:pt x="21582" y="18013"/>
                </a:cubicBezTo>
                <a:cubicBezTo>
                  <a:pt x="16504" y="16572"/>
                  <a:pt x="13208" y="16119"/>
                  <a:pt x="10859" y="16119"/>
                </a:cubicBezTo>
                <a:cubicBezTo>
                  <a:pt x="8642" y="16119"/>
                  <a:pt x="7269" y="16523"/>
                  <a:pt x="6038" y="16879"/>
                </a:cubicBezTo>
                <a:cubicBezTo>
                  <a:pt x="5571" y="17046"/>
                  <a:pt x="5104" y="17146"/>
                  <a:pt x="4670" y="17246"/>
                </a:cubicBezTo>
                <a:cubicBezTo>
                  <a:pt x="3836" y="17380"/>
                  <a:pt x="3203" y="18080"/>
                  <a:pt x="3136" y="18914"/>
                </a:cubicBezTo>
                <a:cubicBezTo>
                  <a:pt x="3002" y="19614"/>
                  <a:pt x="2535" y="20215"/>
                  <a:pt x="1868" y="20482"/>
                </a:cubicBezTo>
                <a:cubicBezTo>
                  <a:pt x="0" y="21282"/>
                  <a:pt x="534" y="24084"/>
                  <a:pt x="2602" y="24084"/>
                </a:cubicBezTo>
                <a:cubicBezTo>
                  <a:pt x="2836" y="24084"/>
                  <a:pt x="3103" y="24051"/>
                  <a:pt x="3336" y="23951"/>
                </a:cubicBezTo>
                <a:cubicBezTo>
                  <a:pt x="4804" y="23317"/>
                  <a:pt x="5971" y="22150"/>
                  <a:pt x="6505" y="20649"/>
                </a:cubicBezTo>
                <a:lnTo>
                  <a:pt x="7105" y="20482"/>
                </a:lnTo>
                <a:cubicBezTo>
                  <a:pt x="8063" y="20193"/>
                  <a:pt x="9139" y="19876"/>
                  <a:pt x="10920" y="19876"/>
                </a:cubicBezTo>
                <a:cubicBezTo>
                  <a:pt x="13047" y="19876"/>
                  <a:pt x="16178" y="20328"/>
                  <a:pt x="21316" y="21816"/>
                </a:cubicBezTo>
                <a:cubicBezTo>
                  <a:pt x="21469" y="21863"/>
                  <a:pt x="21631" y="21885"/>
                  <a:pt x="21796" y="21885"/>
                </a:cubicBezTo>
                <a:cubicBezTo>
                  <a:pt x="22095" y="21885"/>
                  <a:pt x="22403" y="21812"/>
                  <a:pt x="22683" y="21683"/>
                </a:cubicBezTo>
                <a:cubicBezTo>
                  <a:pt x="35125" y="15245"/>
                  <a:pt x="35192" y="2402"/>
                  <a:pt x="35192" y="1868"/>
                </a:cubicBezTo>
                <a:cubicBezTo>
                  <a:pt x="35159" y="834"/>
                  <a:pt x="34325" y="0"/>
                  <a:pt x="33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546" name="Google Shape;546;p40"/>
          <p:cNvPicPr preferRelativeResize="0"/>
          <p:nvPr/>
        </p:nvPicPr>
        <p:blipFill>
          <a:blip r:embed="rId4">
            <a:alphaModFix/>
          </a:blip>
          <a:stretch>
            <a:fillRect/>
          </a:stretch>
        </p:blipFill>
        <p:spPr>
          <a:xfrm>
            <a:off x="5811824" y="-311400"/>
            <a:ext cx="4199350" cy="1940950"/>
          </a:xfrm>
          <a:prstGeom prst="rect">
            <a:avLst/>
          </a:prstGeom>
          <a:noFill/>
          <a:ln>
            <a:noFill/>
          </a:ln>
        </p:spPr>
      </p:pic>
      <p:pic>
        <p:nvPicPr>
          <p:cNvPr id="547" name="Google Shape;547;p40"/>
          <p:cNvPicPr preferRelativeResize="0"/>
          <p:nvPr/>
        </p:nvPicPr>
        <p:blipFill>
          <a:blip r:embed="rId5">
            <a:alphaModFix/>
          </a:blip>
          <a:stretch>
            <a:fillRect/>
          </a:stretch>
        </p:blipFill>
        <p:spPr>
          <a:xfrm>
            <a:off x="673675" y="700050"/>
            <a:ext cx="5138150" cy="356450"/>
          </a:xfrm>
          <a:prstGeom prst="rect">
            <a:avLst/>
          </a:prstGeom>
          <a:noFill/>
          <a:ln>
            <a:noFill/>
          </a:ln>
        </p:spPr>
      </p:pic>
      <p:pic>
        <p:nvPicPr>
          <p:cNvPr id="548" name="Google Shape;548;p40" title="Relay 1">
            <a:hlinkClick r:id="rId6"/>
          </p:cNvPr>
          <p:cNvPicPr preferRelativeResize="0"/>
          <p:nvPr/>
        </p:nvPicPr>
        <p:blipFill>
          <a:blip r:embed="rId7">
            <a:alphaModFix/>
          </a:blip>
          <a:stretch>
            <a:fillRect/>
          </a:stretch>
        </p:blipFill>
        <p:spPr>
          <a:xfrm>
            <a:off x="152400" y="1708800"/>
            <a:ext cx="4376408" cy="3282300"/>
          </a:xfrm>
          <a:prstGeom prst="rect">
            <a:avLst/>
          </a:prstGeom>
          <a:noFill/>
          <a:ln>
            <a:noFill/>
          </a:ln>
        </p:spPr>
      </p:pic>
      <p:pic>
        <p:nvPicPr>
          <p:cNvPr id="549" name="Google Shape;549;p40" title="Relay 2">
            <a:hlinkClick r:id="rId8"/>
          </p:cNvPr>
          <p:cNvPicPr preferRelativeResize="0"/>
          <p:nvPr/>
        </p:nvPicPr>
        <p:blipFill>
          <a:blip r:embed="rId9">
            <a:alphaModFix/>
          </a:blip>
          <a:stretch>
            <a:fillRect/>
          </a:stretch>
        </p:blipFill>
        <p:spPr>
          <a:xfrm>
            <a:off x="4724425" y="1708800"/>
            <a:ext cx="4336625" cy="3252475"/>
          </a:xfrm>
          <a:prstGeom prst="rect">
            <a:avLst/>
          </a:prstGeom>
          <a:noFill/>
          <a:ln>
            <a:noFill/>
          </a:ln>
        </p:spPr>
      </p:pic>
      <p:sp>
        <p:nvSpPr>
          <p:cNvPr id="550" name="Google Shape;550;p40"/>
          <p:cNvSpPr/>
          <p:nvPr/>
        </p:nvSpPr>
        <p:spPr>
          <a:xfrm>
            <a:off x="478925" y="932000"/>
            <a:ext cx="19485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0"/>
          <p:cNvSpPr txBox="1"/>
          <p:nvPr>
            <p:ph idx="4294967295" type="ctrTitle"/>
          </p:nvPr>
        </p:nvSpPr>
        <p:spPr>
          <a:xfrm>
            <a:off x="478925" y="461775"/>
            <a:ext cx="41994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Videos</a:t>
            </a:r>
            <a:endParaRPr b="0" sz="3800">
              <a:latin typeface="Poppins Black"/>
              <a:ea typeface="Poppins Black"/>
              <a:cs typeface="Poppins Black"/>
              <a:sym typeface="Poppins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000"/>
                                        <p:tgtEl>
                                          <p:spTgt spid="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41"/>
          <p:cNvPicPr preferRelativeResize="0"/>
          <p:nvPr/>
        </p:nvPicPr>
        <p:blipFill>
          <a:blip r:embed="rId3">
            <a:alphaModFix/>
          </a:blip>
          <a:stretch>
            <a:fillRect/>
          </a:stretch>
        </p:blipFill>
        <p:spPr>
          <a:xfrm>
            <a:off x="7646300" y="3450100"/>
            <a:ext cx="1497704" cy="2043925"/>
          </a:xfrm>
          <a:prstGeom prst="rect">
            <a:avLst/>
          </a:prstGeom>
          <a:noFill/>
          <a:ln>
            <a:noFill/>
          </a:ln>
        </p:spPr>
      </p:pic>
      <p:pic>
        <p:nvPicPr>
          <p:cNvPr id="557" name="Google Shape;557;p41"/>
          <p:cNvPicPr preferRelativeResize="0"/>
          <p:nvPr/>
        </p:nvPicPr>
        <p:blipFill>
          <a:blip r:embed="rId4">
            <a:alphaModFix/>
          </a:blip>
          <a:stretch>
            <a:fillRect/>
          </a:stretch>
        </p:blipFill>
        <p:spPr>
          <a:xfrm>
            <a:off x="5811824" y="-311400"/>
            <a:ext cx="4199350" cy="1940950"/>
          </a:xfrm>
          <a:prstGeom prst="rect">
            <a:avLst/>
          </a:prstGeom>
          <a:noFill/>
          <a:ln>
            <a:noFill/>
          </a:ln>
        </p:spPr>
      </p:pic>
      <p:pic>
        <p:nvPicPr>
          <p:cNvPr id="558" name="Google Shape;558;p41"/>
          <p:cNvPicPr preferRelativeResize="0"/>
          <p:nvPr/>
        </p:nvPicPr>
        <p:blipFill>
          <a:blip r:embed="rId5">
            <a:alphaModFix/>
          </a:blip>
          <a:stretch>
            <a:fillRect/>
          </a:stretch>
        </p:blipFill>
        <p:spPr>
          <a:xfrm>
            <a:off x="673675" y="700050"/>
            <a:ext cx="5138150" cy="356450"/>
          </a:xfrm>
          <a:prstGeom prst="rect">
            <a:avLst/>
          </a:prstGeom>
          <a:noFill/>
          <a:ln>
            <a:noFill/>
          </a:ln>
        </p:spPr>
      </p:pic>
      <p:sp>
        <p:nvSpPr>
          <p:cNvPr id="559" name="Google Shape;559;p41"/>
          <p:cNvSpPr/>
          <p:nvPr/>
        </p:nvSpPr>
        <p:spPr>
          <a:xfrm>
            <a:off x="478925" y="932000"/>
            <a:ext cx="4985400" cy="199500"/>
          </a:xfrm>
          <a:prstGeom prst="roundRect">
            <a:avLst>
              <a:gd fmla="val 50000" name="adj"/>
            </a:avLst>
          </a:pr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1"/>
          <p:cNvSpPr txBox="1"/>
          <p:nvPr>
            <p:ph idx="4294967295" type="ctrTitle"/>
          </p:nvPr>
        </p:nvSpPr>
        <p:spPr>
          <a:xfrm>
            <a:off x="478925" y="409100"/>
            <a:ext cx="6803400" cy="5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Milestone 3 - Video</a:t>
            </a:r>
            <a:endParaRPr b="0" sz="3800">
              <a:latin typeface="Poppins Black"/>
              <a:ea typeface="Poppins Black"/>
              <a:cs typeface="Poppins Black"/>
              <a:sym typeface="Poppins Black"/>
            </a:endParaRPr>
          </a:p>
        </p:txBody>
      </p:sp>
      <p:pic>
        <p:nvPicPr>
          <p:cNvPr id="561" name="Google Shape;561;p41" title="Projeto PEI - Drone Relay - M3">
            <a:hlinkClick r:id="rId6"/>
          </p:cNvPr>
          <p:cNvPicPr preferRelativeResize="0"/>
          <p:nvPr/>
        </p:nvPicPr>
        <p:blipFill>
          <a:blip r:embed="rId7">
            <a:alphaModFix/>
          </a:blip>
          <a:stretch>
            <a:fillRect/>
          </a:stretch>
        </p:blipFill>
        <p:spPr>
          <a:xfrm>
            <a:off x="1906125" y="1289900"/>
            <a:ext cx="5138150" cy="38536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2"/>
          <p:cNvSpPr txBox="1"/>
          <p:nvPr>
            <p:ph type="title"/>
          </p:nvPr>
        </p:nvSpPr>
        <p:spPr>
          <a:xfrm>
            <a:off x="4769400" y="1432254"/>
            <a:ext cx="3654600" cy="97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567" name="Google Shape;567;p42"/>
          <p:cNvSpPr/>
          <p:nvPr/>
        </p:nvSpPr>
        <p:spPr>
          <a:xfrm flipH="1">
            <a:off x="379103" y="922680"/>
            <a:ext cx="4365499" cy="3023397"/>
          </a:xfrm>
          <a:custGeom>
            <a:rect b="b" l="l" r="r" t="t"/>
            <a:pathLst>
              <a:path extrusionOk="0" h="110474" w="159514">
                <a:moveTo>
                  <a:pt x="45147" y="0"/>
                </a:moveTo>
                <a:cubicBezTo>
                  <a:pt x="37611" y="0"/>
                  <a:pt x="30146" y="3378"/>
                  <a:pt x="22816" y="12595"/>
                </a:cubicBezTo>
                <a:cubicBezTo>
                  <a:pt x="0" y="41316"/>
                  <a:pt x="46700" y="90351"/>
                  <a:pt x="69249" y="103327"/>
                </a:cubicBezTo>
                <a:cubicBezTo>
                  <a:pt x="77689" y="108192"/>
                  <a:pt x="87067" y="110473"/>
                  <a:pt x="96471" y="110473"/>
                </a:cubicBezTo>
                <a:cubicBezTo>
                  <a:pt x="119178" y="110473"/>
                  <a:pt x="142032" y="97169"/>
                  <a:pt x="152175" y="74807"/>
                </a:cubicBezTo>
                <a:cubicBezTo>
                  <a:pt x="159147" y="59396"/>
                  <a:pt x="159514" y="43484"/>
                  <a:pt x="150307" y="30075"/>
                </a:cubicBezTo>
                <a:cubicBezTo>
                  <a:pt x="143020" y="19415"/>
                  <a:pt x="138448" y="16065"/>
                  <a:pt x="134265" y="16065"/>
                </a:cubicBezTo>
                <a:cubicBezTo>
                  <a:pt x="128185" y="16065"/>
                  <a:pt x="122926" y="23142"/>
                  <a:pt x="111346" y="25138"/>
                </a:cubicBezTo>
                <a:cubicBezTo>
                  <a:pt x="110039" y="25364"/>
                  <a:pt x="108728" y="25470"/>
                  <a:pt x="107413" y="25470"/>
                </a:cubicBezTo>
                <a:cubicBezTo>
                  <a:pt x="87055" y="25470"/>
                  <a:pt x="65838" y="0"/>
                  <a:pt x="45147"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2"/>
          <p:cNvSpPr txBox="1"/>
          <p:nvPr>
            <p:ph idx="1" type="subTitle"/>
          </p:nvPr>
        </p:nvSpPr>
        <p:spPr>
          <a:xfrm>
            <a:off x="4769400" y="2380372"/>
            <a:ext cx="3654600" cy="101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you have any questions?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69" name="Google Shape;569;p42"/>
          <p:cNvPicPr preferRelativeResize="0"/>
          <p:nvPr/>
        </p:nvPicPr>
        <p:blipFill>
          <a:blip r:embed="rId3">
            <a:alphaModFix/>
          </a:blip>
          <a:stretch>
            <a:fillRect/>
          </a:stretch>
        </p:blipFill>
        <p:spPr>
          <a:xfrm>
            <a:off x="4769400" y="3585925"/>
            <a:ext cx="3474955" cy="1017000"/>
          </a:xfrm>
          <a:prstGeom prst="rect">
            <a:avLst/>
          </a:prstGeom>
          <a:noFill/>
          <a:ln>
            <a:noFill/>
          </a:ln>
        </p:spPr>
      </p:pic>
      <p:grpSp>
        <p:nvGrpSpPr>
          <p:cNvPr id="570" name="Google Shape;570;p42"/>
          <p:cNvGrpSpPr/>
          <p:nvPr/>
        </p:nvGrpSpPr>
        <p:grpSpPr>
          <a:xfrm rot="-334657">
            <a:off x="148746" y="741213"/>
            <a:ext cx="3515736" cy="994010"/>
            <a:chOff x="2215075" y="1064425"/>
            <a:chExt cx="1428550" cy="394175"/>
          </a:xfrm>
        </p:grpSpPr>
        <p:sp>
          <p:nvSpPr>
            <p:cNvPr id="571" name="Google Shape;571;p42"/>
            <p:cNvSpPr/>
            <p:nvPr/>
          </p:nvSpPr>
          <p:spPr>
            <a:xfrm>
              <a:off x="2827200" y="1103350"/>
              <a:ext cx="231025" cy="339150"/>
            </a:xfrm>
            <a:custGeom>
              <a:rect b="b" l="l" r="r" t="t"/>
              <a:pathLst>
                <a:path extrusionOk="0" h="13566" w="9241">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2"/>
            <p:cNvSpPr/>
            <p:nvPr/>
          </p:nvSpPr>
          <p:spPr>
            <a:xfrm>
              <a:off x="2875550" y="1207050"/>
              <a:ext cx="147100" cy="123650"/>
            </a:xfrm>
            <a:custGeom>
              <a:rect b="b" l="l" r="r" t="t"/>
              <a:pathLst>
                <a:path extrusionOk="0" h="4946" w="5884">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203B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2"/>
            <p:cNvSpPr/>
            <p:nvPr/>
          </p:nvSpPr>
          <p:spPr>
            <a:xfrm>
              <a:off x="2898900" y="1229075"/>
              <a:ext cx="95375" cy="80750"/>
            </a:xfrm>
            <a:custGeom>
              <a:rect b="b" l="l" r="r" t="t"/>
              <a:pathLst>
                <a:path extrusionOk="0" h="3230" w="3815">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2"/>
            <p:cNvSpPr/>
            <p:nvPr/>
          </p:nvSpPr>
          <p:spPr>
            <a:xfrm>
              <a:off x="2940050" y="1241475"/>
              <a:ext cx="27000" cy="24750"/>
            </a:xfrm>
            <a:custGeom>
              <a:rect b="b" l="l" r="r" t="t"/>
              <a:pathLst>
                <a:path extrusionOk="0" h="990" w="108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2"/>
            <p:cNvSpPr/>
            <p:nvPr/>
          </p:nvSpPr>
          <p:spPr>
            <a:xfrm>
              <a:off x="2920975" y="1282550"/>
              <a:ext cx="13825" cy="12350"/>
            </a:xfrm>
            <a:custGeom>
              <a:rect b="b" l="l" r="r" t="t"/>
              <a:pathLst>
                <a:path extrusionOk="0" h="494" w="553">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2"/>
            <p:cNvSpPr/>
            <p:nvPr/>
          </p:nvSpPr>
          <p:spPr>
            <a:xfrm>
              <a:off x="3205800" y="1195475"/>
              <a:ext cx="270200" cy="64225"/>
            </a:xfrm>
            <a:custGeom>
              <a:rect b="b" l="l" r="r" t="t"/>
              <a:pathLst>
                <a:path extrusionOk="0" h="2569" w="10808">
                  <a:moveTo>
                    <a:pt x="10574" y="0"/>
                  </a:moveTo>
                  <a:lnTo>
                    <a:pt x="0" y="1034"/>
                  </a:lnTo>
                  <a:lnTo>
                    <a:pt x="267" y="2569"/>
                  </a:lnTo>
                  <a:lnTo>
                    <a:pt x="10808" y="1401"/>
                  </a:lnTo>
                  <a:lnTo>
                    <a:pt x="105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2"/>
            <p:cNvSpPr/>
            <p:nvPr/>
          </p:nvSpPr>
          <p:spPr>
            <a:xfrm>
              <a:off x="3420950" y="1134975"/>
              <a:ext cx="105925" cy="154550"/>
            </a:xfrm>
            <a:custGeom>
              <a:rect b="b" l="l" r="r" t="t"/>
              <a:pathLst>
                <a:path extrusionOk="0" h="6182" w="4237">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2"/>
            <p:cNvSpPr/>
            <p:nvPr/>
          </p:nvSpPr>
          <p:spPr>
            <a:xfrm>
              <a:off x="3026500" y="1186300"/>
              <a:ext cx="209350" cy="129275"/>
            </a:xfrm>
            <a:custGeom>
              <a:rect b="b" l="l" r="r" t="t"/>
              <a:pathLst>
                <a:path extrusionOk="0" h="5171" w="8374">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2"/>
            <p:cNvSpPr/>
            <p:nvPr/>
          </p:nvSpPr>
          <p:spPr>
            <a:xfrm>
              <a:off x="3439300" y="1088450"/>
              <a:ext cx="38625" cy="32875"/>
            </a:xfrm>
            <a:custGeom>
              <a:rect b="b" l="l" r="r" t="t"/>
              <a:pathLst>
                <a:path extrusionOk="0" h="1315" w="154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2"/>
            <p:cNvSpPr/>
            <p:nvPr/>
          </p:nvSpPr>
          <p:spPr>
            <a:xfrm>
              <a:off x="3485150" y="1064425"/>
              <a:ext cx="158475" cy="46100"/>
            </a:xfrm>
            <a:custGeom>
              <a:rect b="b" l="l" r="r" t="t"/>
              <a:pathLst>
                <a:path extrusionOk="0" h="1844" w="6339">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2"/>
            <p:cNvSpPr/>
            <p:nvPr/>
          </p:nvSpPr>
          <p:spPr>
            <a:xfrm>
              <a:off x="3270000" y="1099250"/>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2"/>
            <p:cNvSpPr/>
            <p:nvPr/>
          </p:nvSpPr>
          <p:spPr>
            <a:xfrm>
              <a:off x="2416900" y="1305550"/>
              <a:ext cx="265200" cy="92575"/>
            </a:xfrm>
            <a:custGeom>
              <a:rect b="b" l="l" r="r" t="t"/>
              <a:pathLst>
                <a:path extrusionOk="0" h="3703" w="10608">
                  <a:moveTo>
                    <a:pt x="10374" y="0"/>
                  </a:moveTo>
                  <a:lnTo>
                    <a:pt x="0" y="2302"/>
                  </a:lnTo>
                  <a:lnTo>
                    <a:pt x="234" y="3703"/>
                  </a:lnTo>
                  <a:lnTo>
                    <a:pt x="10608" y="1568"/>
                  </a:lnTo>
                  <a:lnTo>
                    <a:pt x="10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2"/>
            <p:cNvSpPr/>
            <p:nvPr/>
          </p:nvSpPr>
          <p:spPr>
            <a:xfrm>
              <a:off x="2366025" y="1303225"/>
              <a:ext cx="105100" cy="155375"/>
            </a:xfrm>
            <a:custGeom>
              <a:rect b="b" l="l" r="r" t="t"/>
              <a:pathLst>
                <a:path extrusionOk="0" h="6215" w="4204">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2"/>
            <p:cNvSpPr/>
            <p:nvPr/>
          </p:nvSpPr>
          <p:spPr>
            <a:xfrm>
              <a:off x="2653725" y="1216325"/>
              <a:ext cx="202675" cy="157000"/>
            </a:xfrm>
            <a:custGeom>
              <a:rect b="b" l="l" r="r" t="t"/>
              <a:pathLst>
                <a:path extrusionOk="0" h="6280" w="8107">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p:nvPr/>
          </p:nvSpPr>
          <p:spPr>
            <a:xfrm>
              <a:off x="2380200" y="1256250"/>
              <a:ext cx="39425" cy="33175"/>
            </a:xfrm>
            <a:custGeom>
              <a:rect b="b" l="l" r="r" t="t"/>
              <a:pathLst>
                <a:path extrusionOk="0" h="1327" w="157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p:nvPr/>
          </p:nvSpPr>
          <p:spPr>
            <a:xfrm>
              <a:off x="2215075" y="1267075"/>
              <a:ext cx="158475" cy="46100"/>
            </a:xfrm>
            <a:custGeom>
              <a:rect b="b" l="l" r="r" t="t"/>
              <a:pathLst>
                <a:path extrusionOk="0" h="1844" w="6339">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2"/>
            <p:cNvSpPr/>
            <p:nvPr/>
          </p:nvSpPr>
          <p:spPr>
            <a:xfrm>
              <a:off x="2429400" y="1232675"/>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 name="Google Shape;588;p42"/>
          <p:cNvGrpSpPr/>
          <p:nvPr/>
        </p:nvGrpSpPr>
        <p:grpSpPr>
          <a:xfrm rot="1405029">
            <a:off x="577783" y="3354032"/>
            <a:ext cx="3515815" cy="993998"/>
            <a:chOff x="2215075" y="1064425"/>
            <a:chExt cx="1428550" cy="394175"/>
          </a:xfrm>
        </p:grpSpPr>
        <p:sp>
          <p:nvSpPr>
            <p:cNvPr id="589" name="Google Shape;589;p42"/>
            <p:cNvSpPr/>
            <p:nvPr/>
          </p:nvSpPr>
          <p:spPr>
            <a:xfrm>
              <a:off x="2827200" y="1103350"/>
              <a:ext cx="231025" cy="339150"/>
            </a:xfrm>
            <a:custGeom>
              <a:rect b="b" l="l" r="r" t="t"/>
              <a:pathLst>
                <a:path extrusionOk="0" h="13566" w="9241">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2"/>
            <p:cNvSpPr/>
            <p:nvPr/>
          </p:nvSpPr>
          <p:spPr>
            <a:xfrm>
              <a:off x="2875550" y="1207050"/>
              <a:ext cx="147100" cy="123650"/>
            </a:xfrm>
            <a:custGeom>
              <a:rect b="b" l="l" r="r" t="t"/>
              <a:pathLst>
                <a:path extrusionOk="0" h="4946" w="5884">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203B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2"/>
            <p:cNvSpPr/>
            <p:nvPr/>
          </p:nvSpPr>
          <p:spPr>
            <a:xfrm>
              <a:off x="2898900" y="1229075"/>
              <a:ext cx="95375" cy="80750"/>
            </a:xfrm>
            <a:custGeom>
              <a:rect b="b" l="l" r="r" t="t"/>
              <a:pathLst>
                <a:path extrusionOk="0" h="3230" w="3815">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2"/>
            <p:cNvSpPr/>
            <p:nvPr/>
          </p:nvSpPr>
          <p:spPr>
            <a:xfrm>
              <a:off x="2940050" y="1241475"/>
              <a:ext cx="27000" cy="24750"/>
            </a:xfrm>
            <a:custGeom>
              <a:rect b="b" l="l" r="r" t="t"/>
              <a:pathLst>
                <a:path extrusionOk="0" h="990" w="108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2"/>
            <p:cNvSpPr/>
            <p:nvPr/>
          </p:nvSpPr>
          <p:spPr>
            <a:xfrm>
              <a:off x="2920975" y="1282550"/>
              <a:ext cx="13825" cy="12350"/>
            </a:xfrm>
            <a:custGeom>
              <a:rect b="b" l="l" r="r" t="t"/>
              <a:pathLst>
                <a:path extrusionOk="0" h="494" w="553">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2"/>
            <p:cNvSpPr/>
            <p:nvPr/>
          </p:nvSpPr>
          <p:spPr>
            <a:xfrm>
              <a:off x="3205800" y="1195475"/>
              <a:ext cx="270200" cy="64225"/>
            </a:xfrm>
            <a:custGeom>
              <a:rect b="b" l="l" r="r" t="t"/>
              <a:pathLst>
                <a:path extrusionOk="0" h="2569" w="10808">
                  <a:moveTo>
                    <a:pt x="10574" y="0"/>
                  </a:moveTo>
                  <a:lnTo>
                    <a:pt x="0" y="1034"/>
                  </a:lnTo>
                  <a:lnTo>
                    <a:pt x="267" y="2569"/>
                  </a:lnTo>
                  <a:lnTo>
                    <a:pt x="10808" y="1401"/>
                  </a:lnTo>
                  <a:lnTo>
                    <a:pt x="105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2"/>
            <p:cNvSpPr/>
            <p:nvPr/>
          </p:nvSpPr>
          <p:spPr>
            <a:xfrm>
              <a:off x="3420950" y="1134975"/>
              <a:ext cx="105925" cy="154550"/>
            </a:xfrm>
            <a:custGeom>
              <a:rect b="b" l="l" r="r" t="t"/>
              <a:pathLst>
                <a:path extrusionOk="0" h="6182" w="4237">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2"/>
            <p:cNvSpPr/>
            <p:nvPr/>
          </p:nvSpPr>
          <p:spPr>
            <a:xfrm>
              <a:off x="3026500" y="1186300"/>
              <a:ext cx="209350" cy="129275"/>
            </a:xfrm>
            <a:custGeom>
              <a:rect b="b" l="l" r="r" t="t"/>
              <a:pathLst>
                <a:path extrusionOk="0" h="5171" w="8374">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2"/>
            <p:cNvSpPr/>
            <p:nvPr/>
          </p:nvSpPr>
          <p:spPr>
            <a:xfrm>
              <a:off x="3439300" y="1088450"/>
              <a:ext cx="38625" cy="32875"/>
            </a:xfrm>
            <a:custGeom>
              <a:rect b="b" l="l" r="r" t="t"/>
              <a:pathLst>
                <a:path extrusionOk="0" h="1315" w="154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2"/>
            <p:cNvSpPr/>
            <p:nvPr/>
          </p:nvSpPr>
          <p:spPr>
            <a:xfrm>
              <a:off x="3485150" y="1064425"/>
              <a:ext cx="158475" cy="46100"/>
            </a:xfrm>
            <a:custGeom>
              <a:rect b="b" l="l" r="r" t="t"/>
              <a:pathLst>
                <a:path extrusionOk="0" h="1844" w="6339">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2"/>
            <p:cNvSpPr/>
            <p:nvPr/>
          </p:nvSpPr>
          <p:spPr>
            <a:xfrm>
              <a:off x="3270000" y="1099250"/>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2"/>
            <p:cNvSpPr/>
            <p:nvPr/>
          </p:nvSpPr>
          <p:spPr>
            <a:xfrm>
              <a:off x="2416900" y="1305550"/>
              <a:ext cx="265200" cy="92575"/>
            </a:xfrm>
            <a:custGeom>
              <a:rect b="b" l="l" r="r" t="t"/>
              <a:pathLst>
                <a:path extrusionOk="0" h="3703" w="10608">
                  <a:moveTo>
                    <a:pt x="10374" y="0"/>
                  </a:moveTo>
                  <a:lnTo>
                    <a:pt x="0" y="2302"/>
                  </a:lnTo>
                  <a:lnTo>
                    <a:pt x="234" y="3703"/>
                  </a:lnTo>
                  <a:lnTo>
                    <a:pt x="10608" y="1568"/>
                  </a:lnTo>
                  <a:lnTo>
                    <a:pt x="10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2"/>
            <p:cNvSpPr/>
            <p:nvPr/>
          </p:nvSpPr>
          <p:spPr>
            <a:xfrm>
              <a:off x="2366025" y="1303225"/>
              <a:ext cx="105100" cy="155375"/>
            </a:xfrm>
            <a:custGeom>
              <a:rect b="b" l="l" r="r" t="t"/>
              <a:pathLst>
                <a:path extrusionOk="0" h="6215" w="4204">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2"/>
            <p:cNvSpPr/>
            <p:nvPr/>
          </p:nvSpPr>
          <p:spPr>
            <a:xfrm>
              <a:off x="2653725" y="1216325"/>
              <a:ext cx="202675" cy="157000"/>
            </a:xfrm>
            <a:custGeom>
              <a:rect b="b" l="l" r="r" t="t"/>
              <a:pathLst>
                <a:path extrusionOk="0" h="6280" w="8107">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2"/>
            <p:cNvSpPr/>
            <p:nvPr/>
          </p:nvSpPr>
          <p:spPr>
            <a:xfrm>
              <a:off x="2380200" y="1256250"/>
              <a:ext cx="39425" cy="33175"/>
            </a:xfrm>
            <a:custGeom>
              <a:rect b="b" l="l" r="r" t="t"/>
              <a:pathLst>
                <a:path extrusionOk="0" h="1327" w="157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2"/>
            <p:cNvSpPr/>
            <p:nvPr/>
          </p:nvSpPr>
          <p:spPr>
            <a:xfrm>
              <a:off x="2215075" y="1267075"/>
              <a:ext cx="158475" cy="46100"/>
            </a:xfrm>
            <a:custGeom>
              <a:rect b="b" l="l" r="r" t="t"/>
              <a:pathLst>
                <a:path extrusionOk="0" h="1844" w="6339">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2"/>
            <p:cNvSpPr/>
            <p:nvPr/>
          </p:nvSpPr>
          <p:spPr>
            <a:xfrm>
              <a:off x="2429400" y="1232675"/>
              <a:ext cx="158475" cy="46300"/>
            </a:xfrm>
            <a:custGeom>
              <a:rect b="b" l="l" r="r" t="t"/>
              <a:pathLst>
                <a:path extrusionOk="0" h="1852" w="6339">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778D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6" name="Google Shape;606;p42"/>
          <p:cNvSpPr txBox="1"/>
          <p:nvPr>
            <p:ph idx="1" type="subTitle"/>
          </p:nvPr>
        </p:nvSpPr>
        <p:spPr>
          <a:xfrm>
            <a:off x="4833650" y="4356550"/>
            <a:ext cx="3960600" cy="4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 8 - Drone Relay - PEI - 2020/2021</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07" name="Google Shape;607;p42">
            <a:hlinkClick r:id="rId4"/>
          </p:cNvPr>
          <p:cNvPicPr preferRelativeResize="0"/>
          <p:nvPr/>
        </p:nvPicPr>
        <p:blipFill>
          <a:blip r:embed="rId5">
            <a:alphaModFix/>
          </a:blip>
          <a:stretch>
            <a:fillRect/>
          </a:stretch>
        </p:blipFill>
        <p:spPr>
          <a:xfrm>
            <a:off x="5206708" y="3173375"/>
            <a:ext cx="518275" cy="506400"/>
          </a:xfrm>
          <a:prstGeom prst="rect">
            <a:avLst/>
          </a:prstGeom>
          <a:noFill/>
          <a:ln>
            <a:noFill/>
          </a:ln>
        </p:spPr>
      </p:pic>
      <p:pic>
        <p:nvPicPr>
          <p:cNvPr id="608" name="Google Shape;608;p42">
            <a:hlinkClick r:id="rId6"/>
          </p:cNvPr>
          <p:cNvPicPr preferRelativeResize="0"/>
          <p:nvPr/>
        </p:nvPicPr>
        <p:blipFill>
          <a:blip r:embed="rId7">
            <a:alphaModFix/>
          </a:blip>
          <a:stretch>
            <a:fillRect/>
          </a:stretch>
        </p:blipFill>
        <p:spPr>
          <a:xfrm>
            <a:off x="6713725" y="3173375"/>
            <a:ext cx="506400" cy="50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obotic Workshop by Slidesgo">
  <a:themeElements>
    <a:clrScheme name="Simple Light">
      <a:dk1>
        <a:srgbClr val="263238"/>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