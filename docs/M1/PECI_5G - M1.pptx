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07c61046e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07c61046e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07c61046e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07c61046e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7fb1f445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7fb1f445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080122d833_5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080122d833_5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7c61046e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07c61046e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07c61046e0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07c61046e0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07c61046e0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07c61046e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07c61046e0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07c61046e0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07c61046e0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07c61046e0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07c61046e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07c61046e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markmelnic/celltower-radar" TargetMode="External"/><Relationship Id="rId4" Type="http://schemas.openxmlformats.org/officeDocument/2006/relationships/hyperlink" Target="https://github.com/christianrowlands/android-network-survey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1.jpg"/><Relationship Id="rId6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detiuaveiro/PECI_grupo1_24-2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M1 - Apresentação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537150" y="2526725"/>
            <a:ext cx="4849500" cy="22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/>
              <a:t>Recolha e Visualização de Dados 5G num Ambiente Smart City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Grupo 1: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André Alexandre - 114143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Fábio Alves - 108016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Tiago Melo - 113362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Diogo José - 76758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pt-PT"/>
              <a:t>Bernardo Marujo - 107322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Contexto</a:t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225" y="1414100"/>
            <a:ext cx="3388076" cy="330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4750750" y="616850"/>
            <a:ext cx="4051800" cy="43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 Aveiro Tech City Living Lab é uma infraestrutura composta por estações com diversas tecnologias de comunicação.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Dentro desta infraestrutura, foi criada uma rede privada 5G dedicada à ATCLL.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Esta rede 5G privada é monitorizada, gerando métricas dos diversos componentes da rede, desde a rede de acesso, ao core, aos utilizadores.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PT"/>
              <a:t>O objetivo é expor esses dados de sensorização, complementando-os com os dados da rede 5G, para uma visualização e monitorização em tempo real da</a:t>
            </a:r>
            <a:r>
              <a:rPr lang="pt-PT"/>
              <a:t> cidade inteligente.</a:t>
            </a:r>
            <a:endParaRPr/>
          </a:p>
        </p:txBody>
      </p:sp>
      <p:sp>
        <p:nvSpPr>
          <p:cNvPr id="144" name="Google Shape;14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Principais </a:t>
            </a:r>
            <a:r>
              <a:rPr lang="pt-PT"/>
              <a:t>Objetivos </a:t>
            </a:r>
            <a:r>
              <a:rPr lang="pt-PT"/>
              <a:t>&amp; Desafios </a:t>
            </a:r>
            <a:r>
              <a:rPr lang="pt-PT"/>
              <a:t>Esperados</a:t>
            </a:r>
            <a:endParaRPr/>
          </a:p>
        </p:txBody>
      </p:sp>
      <p:sp>
        <p:nvSpPr>
          <p:cNvPr id="150" name="Google Shape;150;p15"/>
          <p:cNvSpPr txBox="1"/>
          <p:nvPr>
            <p:ph idx="1" type="body"/>
          </p:nvPr>
        </p:nvSpPr>
        <p:spPr>
          <a:xfrm>
            <a:off x="1297500" y="1181650"/>
            <a:ext cx="7038900" cy="38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t-PT" sz="1302" u="sng"/>
              <a:t>Objetivo 1</a:t>
            </a:r>
            <a:r>
              <a:rPr lang="pt-PT" sz="1302"/>
              <a:t>:	</a:t>
            </a:r>
            <a:r>
              <a:rPr lang="pt-PT" sz="1302"/>
              <a:t>Criar uma aplicação Web para consumo de APIs, criando uma representação dos dados de rede numa visão espacial da cidade inteligente</a:t>
            </a:r>
            <a:endParaRPr sz="1302"/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t-PT" sz="1102"/>
              <a:t>Desafios:</a:t>
            </a:r>
            <a:endParaRPr sz="1102"/>
          </a:p>
          <a:p>
            <a:pPr indent="-298608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3"/>
              <a:buChar char="●"/>
            </a:pPr>
            <a:r>
              <a:rPr lang="pt-PT" sz="1102"/>
              <a:t>Consumo eficiente da API fornecida pela plataforma para maior e</a:t>
            </a:r>
            <a:r>
              <a:rPr lang="pt-PT" sz="1102"/>
              <a:t>scalabilidade e desempenho da aplicação</a:t>
            </a:r>
            <a:endParaRPr sz="1102"/>
          </a:p>
          <a:p>
            <a:pPr indent="-298608" lvl="0" marL="457200" marR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103"/>
              <a:buChar char="●"/>
            </a:pPr>
            <a:r>
              <a:rPr lang="pt-PT" sz="1102"/>
              <a:t>Integração da visualização de dados de forma não intrusiva</a:t>
            </a:r>
            <a:endParaRPr sz="1102"/>
          </a:p>
          <a:p>
            <a:pPr indent="0" lvl="0" marL="0" marR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018"/>
              <a:buNone/>
            </a:pPr>
            <a:r>
              <a:rPr lang="pt-PT" sz="1102"/>
              <a:t>	</a:t>
            </a:r>
            <a:endParaRPr sz="1102"/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102"/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t-PT" sz="1302" u="sng"/>
              <a:t>Objetivo 2</a:t>
            </a:r>
            <a:r>
              <a:rPr lang="pt-PT" sz="1302"/>
              <a:t>:</a:t>
            </a:r>
            <a:r>
              <a:rPr lang="pt-PT" sz="1302"/>
              <a:t>	Criar ou reformular um aplicações Android que executam vários tipos de testes e recolha de métricas físicas</a:t>
            </a:r>
            <a:endParaRPr sz="1302"/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t-PT" sz="1102"/>
              <a:t>Desafios:</a:t>
            </a:r>
            <a:endParaRPr sz="1102"/>
          </a:p>
          <a:p>
            <a:pPr indent="-298608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3"/>
              <a:buChar char="●"/>
            </a:pPr>
            <a:r>
              <a:rPr lang="pt-PT" sz="1102"/>
              <a:t>Perceber limitações e </a:t>
            </a:r>
            <a:r>
              <a:rPr lang="pt-PT" sz="1102"/>
              <a:t>incompatibilidades entre bibliotecas, para futura integração</a:t>
            </a:r>
            <a:endParaRPr sz="1102"/>
          </a:p>
          <a:p>
            <a:pPr indent="-298608" lvl="0" marL="457200" marR="0" rtl="0" algn="l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103"/>
              <a:buChar char="●"/>
            </a:pPr>
            <a:r>
              <a:rPr lang="pt-PT" sz="1102"/>
              <a:t>Familiarização com sensores e APIs de Android necessários para obtenção de métricas</a:t>
            </a:r>
            <a:endParaRPr sz="1102"/>
          </a:p>
          <a:p>
            <a:pPr indent="-298608" lvl="0" marL="457200" marR="0" rtl="0" algn="l">
              <a:lnSpc>
                <a:spcPct val="95000"/>
              </a:lnSpc>
              <a:spcBef>
                <a:spcPts val="1000"/>
              </a:spcBef>
              <a:spcAft>
                <a:spcPts val="1000"/>
              </a:spcAft>
              <a:buSzPts val="1103"/>
              <a:buChar char="●"/>
            </a:pPr>
            <a:r>
              <a:rPr lang="pt-PT" sz="1102"/>
              <a:t>Integrar a aplicação com a infraestrutura backend para o envio e sincronização dos dados.</a:t>
            </a:r>
            <a:endParaRPr sz="963">
              <a:solidFill>
                <a:srgbClr val="D1D2D3"/>
              </a:solidFill>
              <a:highlight>
                <a:srgbClr val="222529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1297500" y="1307850"/>
            <a:ext cx="7038900" cy="38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u="sng"/>
              <a:t>Objetivo 3</a:t>
            </a:r>
            <a:r>
              <a:rPr lang="pt-PT"/>
              <a:t>:	Obter uma estimativa da localização do utilizador através de técnicas de triangulação usando as antenas em funcionamento.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100"/>
              <a:t>Desafios: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pt-PT" sz="1100"/>
              <a:t>Separar o ruído do sinal dado o ambiente urbano;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PT" sz="1100"/>
              <a:t>Ter noção da imprecisão do resultado.</a:t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 u="sng"/>
              <a:t>Objetivo 4</a:t>
            </a:r>
            <a:r>
              <a:rPr lang="pt-PT"/>
              <a:t>:	Integração com a plataforma do Living Lab</a:t>
            </a:r>
            <a:endParaRPr>
              <a:solidFill>
                <a:srgbClr val="D1D2D3"/>
              </a:solidFill>
              <a:highlight>
                <a:srgbClr val="222529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 sz="1100"/>
              <a:t>Desafios: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pt-PT" sz="1100"/>
              <a:t>Compreender a arquitetura e as APIs disponibilizadas pela plataforma do Aveiro Tech City Living Lab;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pt-PT" sz="1100"/>
              <a:t>Garantir a compatibilidade entre aplicações desenvolvidas e a infraestrutura. </a:t>
            </a:r>
            <a:endParaRPr sz="1100"/>
          </a:p>
        </p:txBody>
      </p:sp>
      <p:sp>
        <p:nvSpPr>
          <p:cNvPr id="157" name="Google Shape;15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158" name="Google Shape;158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Principais Objetivos &amp; Desafios Esperados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/>
          <p:nvPr>
            <p:ph type="title"/>
          </p:nvPr>
        </p:nvSpPr>
        <p:spPr>
          <a:xfrm>
            <a:off x="846850" y="2795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650"/>
              <a:t>Tarefas - Semestre 1</a:t>
            </a:r>
            <a:endParaRPr sz="26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 txBox="1"/>
          <p:nvPr>
            <p:ph idx="1" type="body"/>
          </p:nvPr>
        </p:nvSpPr>
        <p:spPr>
          <a:xfrm>
            <a:off x="0" y="1468825"/>
            <a:ext cx="3297900" cy="33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Grupo Web Dev: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- André Alexandre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- Tiago Melo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- Bernardo Marujo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Grupo Android: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- Fábio Alves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- José Cerqueira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2710000" y="4572150"/>
            <a:ext cx="489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9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Planeamento geral do projeto</a:t>
            </a:r>
            <a:endParaRPr sz="9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66" name="Google Shape;16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991" y="862800"/>
            <a:ext cx="5705985" cy="370934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Divisão em equipas</a:t>
            </a:r>
            <a:endParaRPr/>
          </a:p>
        </p:txBody>
      </p:sp>
      <p:sp>
        <p:nvSpPr>
          <p:cNvPr id="173" name="Google Shape;173;p18"/>
          <p:cNvSpPr txBox="1"/>
          <p:nvPr>
            <p:ph idx="1" type="body"/>
          </p:nvPr>
        </p:nvSpPr>
        <p:spPr>
          <a:xfrm>
            <a:off x="810775" y="1361925"/>
            <a:ext cx="7769700" cy="31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PT" sz="1500"/>
              <a:t>Grupo Web Dev: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pt-PT" sz="1300"/>
              <a:t>André Alexandre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pt-PT" sz="1300"/>
              <a:t>Tiago Melo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pt-PT" sz="1300"/>
              <a:t>Bernardo Marujo</a:t>
            </a:r>
            <a:endParaRPr sz="1300"/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pt-PT" sz="1500"/>
              <a:t>Grupo Android: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pt-PT" sz="1300"/>
              <a:t>Fábio Alves 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pt-PT" sz="1300"/>
              <a:t>José </a:t>
            </a:r>
            <a:r>
              <a:rPr lang="pt-PT" sz="1300"/>
              <a:t>Cerqueira</a:t>
            </a:r>
            <a:endParaRPr sz="1300"/>
          </a:p>
        </p:txBody>
      </p:sp>
      <p:sp>
        <p:nvSpPr>
          <p:cNvPr id="174" name="Google Shape;1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Arquitetura</a:t>
            </a:r>
            <a:endParaRPr/>
          </a:p>
        </p:txBody>
      </p:sp>
      <p:sp>
        <p:nvSpPr>
          <p:cNvPr id="180" name="Google Shape;180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0251" y="414375"/>
            <a:ext cx="4186150" cy="43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Trabalho relacionado</a:t>
            </a:r>
            <a:endParaRPr/>
          </a:p>
        </p:txBody>
      </p:sp>
      <p:sp>
        <p:nvSpPr>
          <p:cNvPr id="188" name="Google Shape;188;p20"/>
          <p:cNvSpPr txBox="1"/>
          <p:nvPr>
            <p:ph idx="1" type="body"/>
          </p:nvPr>
        </p:nvSpPr>
        <p:spPr>
          <a:xfrm>
            <a:off x="1033100" y="1307850"/>
            <a:ext cx="4235100" cy="38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API desenvolvida pelo orientador João Gameiro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Aplicações Open-Source a ser exploradas:</a:t>
            </a:r>
            <a:br>
              <a:rPr lang="pt-PT"/>
            </a:br>
            <a:r>
              <a:rPr lang="pt-PT"/>
              <a:t>	</a:t>
            </a:r>
            <a:r>
              <a:rPr lang="pt-PT" u="sng">
                <a:solidFill>
                  <a:schemeClr val="hlink"/>
                </a:solidFill>
                <a:hlinkClick r:id="rId3"/>
              </a:rPr>
              <a:t>Cell Tower Radar</a:t>
            </a:r>
            <a:r>
              <a:rPr lang="pt-PT"/>
              <a:t>:</a:t>
            </a:r>
            <a:endParaRPr/>
          </a:p>
          <a:p>
            <a:pPr indent="-3111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Signal Data Collection;</a:t>
            </a:r>
            <a:endParaRPr/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Triangulation for Location Estimation;</a:t>
            </a:r>
            <a:endParaRPr/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Real-Time Data Visualization.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PT"/>
              <a:t>	</a:t>
            </a:r>
            <a:r>
              <a:rPr lang="pt-PT" u="sng">
                <a:solidFill>
                  <a:schemeClr val="hlink"/>
                </a:solidFill>
                <a:hlinkClick r:id="rId4"/>
              </a:rPr>
              <a:t>Network Survey</a:t>
            </a:r>
            <a:r>
              <a:rPr lang="pt-PT"/>
              <a:t>:</a:t>
            </a:r>
            <a:endParaRPr/>
          </a:p>
          <a:p>
            <a:pPr indent="-31115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Reference Signal Received Power/Quality;</a:t>
            </a:r>
            <a:endParaRPr/>
          </a:p>
          <a:p>
            <a:pPr indent="-3111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PT"/>
              <a:t>Signal-to-Interference plus Noise Ratio.</a:t>
            </a:r>
            <a:endParaRPr/>
          </a:p>
        </p:txBody>
      </p:sp>
      <p:sp>
        <p:nvSpPr>
          <p:cNvPr id="189" name="Google Shape;18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>
            <p:ph type="title"/>
          </p:nvPr>
        </p:nvSpPr>
        <p:spPr>
          <a:xfrm>
            <a:off x="877275" y="162250"/>
            <a:ext cx="7496700" cy="14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622"/>
              <a:t>Ferramentas para desenvolvimento</a:t>
            </a:r>
            <a:endParaRPr b="1" sz="2622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22"/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622"/>
              <a:t>Web              Android           Backend</a:t>
            </a:r>
            <a:endParaRPr b="1" sz="26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 </a:t>
            </a:r>
            <a:endParaRPr/>
          </a:p>
        </p:txBody>
      </p:sp>
      <p:sp>
        <p:nvSpPr>
          <p:cNvPr id="195" name="Google Shape;19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descr="File:React-icon.svg - Wikipedia" id="196" name="Google Shape;19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9800" y="1725713"/>
            <a:ext cx="1351117" cy="1191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Python-logo.png - Wikimedia Commons" id="197" name="Google Shape;19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1051" y="1725713"/>
            <a:ext cx="1240600" cy="135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1274" y="3895773"/>
            <a:ext cx="3815025" cy="95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09175" y="1725725"/>
            <a:ext cx="1191299" cy="11912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3354175" y="3374575"/>
            <a:ext cx="2301300" cy="9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Network Core</a:t>
            </a:r>
            <a:endParaRPr b="1" sz="2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Comunicação</a:t>
            </a:r>
            <a:endParaRPr/>
          </a:p>
        </p:txBody>
      </p:sp>
      <p:pic>
        <p:nvPicPr>
          <p:cNvPr descr="File:Slack Technologies Logo.svg - Wikipedia" id="206" name="Google Shape;2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330424"/>
            <a:ext cx="2630038" cy="66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Zoom Communications Logo.svg - Wikipedia" id="207" name="Google Shape;20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4250" y="1330428"/>
            <a:ext cx="2982149" cy="66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44425" y="2741300"/>
            <a:ext cx="1401800" cy="140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6638" y="2741293"/>
            <a:ext cx="3911774" cy="1449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Github do projeto</a:t>
            </a:r>
            <a:endParaRPr/>
          </a:p>
        </p:txBody>
      </p:sp>
      <p:sp>
        <p:nvSpPr>
          <p:cNvPr id="216" name="Google Shape;216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PT" u="sng">
                <a:solidFill>
                  <a:schemeClr val="hlink"/>
                </a:solidFill>
                <a:hlinkClick r:id="rId3"/>
              </a:rPr>
              <a:t>https://github.com/detiuaveiro/PECI_grupo1_24-25</a:t>
            </a:r>
            <a:endParaRPr/>
          </a:p>
        </p:txBody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